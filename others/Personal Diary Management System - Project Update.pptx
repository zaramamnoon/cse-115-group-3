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12192000"/>
  <p:embeddedFontLst>
    <p:embeddedFont>
      <p:font typeface="Montserrat"/>
      <p:regular r:id="rId24"/>
      <p:bold r:id="rId25"/>
      <p:italic r:id="rId26"/>
      <p:boldItalic r:id="rId27"/>
    </p:embeddedFont>
    <p:embeddedFont>
      <p:font typeface="DM Sans"/>
      <p:regular r:id="rId28"/>
      <p:bold r:id="rId29"/>
      <p:italic r:id="rId30"/>
      <p:boldItalic r:id="rId31"/>
    </p:embeddedFont>
    <p:embeddedFont>
      <p:font typeface="JetBrains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B1A468-B304-4151-9202-3C8424D7FF59}">
  <a:tblStyle styleId="{0FB1A468-B304-4151-9202-3C8424D7FF5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DMSans-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boldItalic.fntdata"/><Relationship Id="rId30" Type="http://schemas.openxmlformats.org/officeDocument/2006/relationships/font" Target="fonts/DMSans-italic.fntdata"/><Relationship Id="rId11" Type="http://schemas.openxmlformats.org/officeDocument/2006/relationships/slide" Target="slides/slide6.xml"/><Relationship Id="rId33" Type="http://schemas.openxmlformats.org/officeDocument/2006/relationships/font" Target="fonts/JetBrainsMono-bold.fntdata"/><Relationship Id="rId10" Type="http://schemas.openxmlformats.org/officeDocument/2006/relationships/slide" Target="slides/slide5.xml"/><Relationship Id="rId32" Type="http://schemas.openxmlformats.org/officeDocument/2006/relationships/font" Target="fonts/JetBrainsMono-regular.fntdata"/><Relationship Id="rId13" Type="http://schemas.openxmlformats.org/officeDocument/2006/relationships/slide" Target="slides/slide8.xml"/><Relationship Id="rId35" Type="http://schemas.openxmlformats.org/officeDocument/2006/relationships/font" Target="fonts/JetBrainsMono-boldItalic.fntdata"/><Relationship Id="rId12" Type="http://schemas.openxmlformats.org/officeDocument/2006/relationships/slide" Target="slides/slide7.xml"/><Relationship Id="rId34" Type="http://schemas.openxmlformats.org/officeDocument/2006/relationships/font" Target="fonts/JetBrainsMon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6111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6111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1580813"/>
            <a:ext cx="2971800" cy="611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project and the team. This is a project update, so we only show what each module has done so far.</a:t>
            </a:r>
            <a:endParaRPr/>
          </a:p>
        </p:txBody>
      </p:sp>
      <p:sp>
        <p:nvSpPr>
          <p:cNvPr id="19" name="Google Shape;19;p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each member and their module. Add each member's photo and student ID.</a:t>
            </a:r>
            <a:endParaRPr/>
          </a:p>
        </p:txBody>
      </p:sp>
      <p:sp>
        <p:nvSpPr>
          <p:cNvPr id="37" name="Google Shape;37;p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program to manage a personal diary: add, edit, delete and search entries, with file handling for storage and encryption for privacy.</a:t>
            </a:r>
            <a:endParaRPr/>
          </a:p>
        </p:txBody>
      </p:sp>
      <p:sp>
        <p:nvSpPr>
          <p:cNvPr id="76" name="Google Shape;76;p3: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Edit these reasons to match what your group actually discussed.</a:t>
            </a:r>
            <a:endParaRPr/>
          </a:p>
        </p:txBody>
      </p:sp>
      <p:sp>
        <p:nvSpPr>
          <p:cNvPr id="105" name="Google Shape;105;p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goals taken from the project brief.</a:t>
            </a:r>
            <a:endParaRPr/>
          </a:p>
        </p:txBody>
      </p:sp>
      <p:sp>
        <p:nvSpPr>
          <p:cNvPr id="131" name="Google Shape;131;p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modules in three layers. Main calls the feature modules, and all of them use the helper functions.</a:t>
            </a:r>
            <a:endParaRPr/>
          </a:p>
        </p:txBody>
      </p:sp>
      <p:sp>
        <p:nvSpPr>
          <p:cNvPr id="158" name="Google Shape;158;p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7: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members, five modules.</a:t>
            </a:r>
            <a:endParaRPr/>
          </a:p>
        </p:txBody>
      </p:sp>
      <p:sp>
        <p:nvSpPr>
          <p:cNvPr id="191" name="Google Shape;191;p7: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8: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Jannati explains the helper functions and which modules use them. Edit the bullets to the real functions.</a:t>
            </a:r>
            <a:endParaRPr/>
          </a:p>
        </p:txBody>
      </p:sp>
      <p:sp>
        <p:nvSpPr>
          <p:cNvPr id="207" name="Google Shape;207;p8: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9: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Zara explains how login protects the diary. Edit the bullets to match the real login steps.</a:t>
            </a:r>
            <a:endParaRPr/>
          </a:p>
        </p:txBody>
      </p:sp>
      <p:sp>
        <p:nvSpPr>
          <p:cNvPr id="227" name="Google Shape;227;p9: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0: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Jinnat Jahan Juthi has finished the Add Entry part. The View part is still pending.</a:t>
            </a:r>
            <a:endParaRPr/>
          </a:p>
        </p:txBody>
      </p:sp>
      <p:sp>
        <p:nvSpPr>
          <p:cNvPr id="257" name="Google Shape;257;p10: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1: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1: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Barsha shows search, edit and delete. Edit the bullets to match the real code.</a:t>
            </a:r>
            <a:endParaRPr/>
          </a:p>
        </p:txBody>
      </p:sp>
      <p:sp>
        <p:nvSpPr>
          <p:cNvPr id="335" name="Google Shape;335;p11: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2: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2: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Elma shows the main menu and how it connects all modules. Edit the bullets to match the real code.</a:t>
            </a:r>
            <a:endParaRPr/>
          </a:p>
        </p:txBody>
      </p:sp>
      <p:sp>
        <p:nvSpPr>
          <p:cNvPr id="365" name="Google Shape;365;p12: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3: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13: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have finished the design work: structures, header files, program design and splitting the operations into functions. Now we are writing the code for the functions. Calling them in main, debugging and testing, and the final product are still to be done. All code is shared on GitHub.</a:t>
            </a:r>
            <a:endParaRPr/>
          </a:p>
        </p:txBody>
      </p:sp>
      <p:sp>
        <p:nvSpPr>
          <p:cNvPr id="386" name="Google Shape;386;p13: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4: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4: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 working part of the program. At the moment this is the Add Entry feature. Paste a screenshot into the frame.</a:t>
            </a:r>
            <a:endParaRPr/>
          </a:p>
        </p:txBody>
      </p:sp>
      <p:sp>
        <p:nvSpPr>
          <p:cNvPr id="442" name="Google Shape;442;p14: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5: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5: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shows the intended flow: entries are encrypted before they reach the file and decrypted only when shown. Check it matches how your code works.</a:t>
            </a:r>
            <a:endParaRPr/>
          </a:p>
        </p:txBody>
      </p:sp>
      <p:sp>
        <p:nvSpPr>
          <p:cNvPr id="459" name="Google Shape;459;p15: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6: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16: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From our report: we are learning GitHub, designing the simplest and most efficient program, and keeping proper communication between all members.</a:t>
            </a:r>
            <a:endParaRPr/>
          </a:p>
        </p:txBody>
      </p:sp>
      <p:sp>
        <p:nvSpPr>
          <p:cNvPr id="497" name="Google Shape;497;p16: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7: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17: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remaining steps from our report. Pending parts such as View Entries are part of the code still being written.</a:t>
            </a:r>
            <a:endParaRPr/>
          </a:p>
        </p:txBody>
      </p:sp>
      <p:sp>
        <p:nvSpPr>
          <p:cNvPr id="528" name="Google Shape;528;p17: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8: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18: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and take questions.</a:t>
            </a:r>
            <a:endParaRPr/>
          </a:p>
        </p:txBody>
      </p:sp>
      <p:sp>
        <p:nvSpPr>
          <p:cNvPr id="555" name="Google Shape;555;p18:notes"/>
          <p:cNvSpPr txBox="1"/>
          <p:nvPr>
            <p:ph idx="12" type="sldNum"/>
          </p:nvPr>
        </p:nvSpPr>
        <p:spPr>
          <a:xfrm>
            <a:off x="3884613" y="11580813"/>
            <a:ext cx="2971800" cy="6111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06202A"/>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1041400" y="952500"/>
            <a:ext cx="3061047" cy="44698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F2F6F5"/>
              </a:buClr>
              <a:buSzPts val="3200"/>
              <a:buFont typeface="Montserrat"/>
              <a:buNone/>
              <a:defRPr sz="3200">
                <a:solidFill>
                  <a:srgbClr val="F2F6F5"/>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1041400" y="1704280"/>
            <a:ext cx="10337800" cy="434092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AF9F5"/>
              </a:buClr>
              <a:buSzPts val="1600"/>
              <a:buNone/>
              <a:defRPr sz="1600">
                <a:solidFill>
                  <a:srgbClr val="FAF9F5"/>
                </a:solidFill>
                <a:latin typeface="DM Sans"/>
                <a:ea typeface="DM Sans"/>
                <a:cs typeface="DM Sans"/>
                <a:sym typeface="DM Sans"/>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dk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041400" y="952500"/>
            <a:ext cx="3061047" cy="44698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F2F6F5"/>
              </a:buClr>
              <a:buSzPts val="3200"/>
              <a:buFont typeface="Montserrat"/>
              <a:buNone/>
              <a:defRPr b="0" i="0" sz="3200" u="none" cap="none" strike="noStrike">
                <a:solidFill>
                  <a:srgbClr val="F2F6F5"/>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041400" y="1704280"/>
            <a:ext cx="10337800" cy="434092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FAF9F5"/>
              </a:buClr>
              <a:buSzPts val="1600"/>
              <a:buFont typeface="Arial"/>
              <a:buNone/>
              <a:defRPr b="0" i="0" sz="1600" u="none" cap="none" strike="noStrike">
                <a:solidFill>
                  <a:srgbClr val="FAF9F5"/>
                </a:solidFill>
                <a:latin typeface="DM Sans"/>
                <a:ea typeface="DM Sans"/>
                <a:cs typeface="DM Sans"/>
                <a:sym typeface="DM Sans"/>
              </a:defRPr>
            </a:lvl1pPr>
            <a:lvl2pPr indent="-406400" lvl="1" marL="914400" marR="0" rtl="0" algn="l">
              <a:spcBef>
                <a:spcPts val="560"/>
              </a:spcBef>
              <a:spcAft>
                <a:spcPts val="0"/>
              </a:spcAft>
              <a:buClr>
                <a:schemeClr val="lt1"/>
              </a:buClr>
              <a:buSzPts val="2800"/>
              <a:buFont typeface="Arial"/>
              <a:buChar char="–"/>
              <a:defRPr b="0" i="0" sz="2800" u="none" cap="none" strike="noStrike">
                <a:solidFill>
                  <a:schemeClr val="lt1"/>
                </a:solidFill>
                <a:latin typeface="DM Sans"/>
                <a:ea typeface="DM Sans"/>
                <a:cs typeface="DM Sans"/>
                <a:sym typeface="DM Sans"/>
              </a:defRPr>
            </a:lvl2pPr>
            <a:lvl3pPr indent="-381000" lvl="2" marL="1371600" marR="0" rtl="0" algn="l">
              <a:spcBef>
                <a:spcPts val="480"/>
              </a:spcBef>
              <a:spcAft>
                <a:spcPts val="0"/>
              </a:spcAft>
              <a:buClr>
                <a:schemeClr val="lt1"/>
              </a:buClr>
              <a:buSzPts val="2400"/>
              <a:buFont typeface="Arial"/>
              <a:buChar char="•"/>
              <a:defRPr b="0" i="0" sz="2400" u="none" cap="none" strike="noStrike">
                <a:solidFill>
                  <a:schemeClr val="lt1"/>
                </a:solidFill>
                <a:latin typeface="DM Sans"/>
                <a:ea typeface="DM Sans"/>
                <a:cs typeface="DM Sans"/>
                <a:sym typeface="DM Sans"/>
              </a:defRPr>
            </a:lvl3pPr>
            <a:lvl4pPr indent="-355600" lvl="3" marL="1828800" marR="0" rtl="0" algn="l">
              <a:spcBef>
                <a:spcPts val="400"/>
              </a:spcBef>
              <a:spcAft>
                <a:spcPts val="0"/>
              </a:spcAft>
              <a:buClr>
                <a:schemeClr val="lt1"/>
              </a:buClr>
              <a:buSzPts val="2000"/>
              <a:buFont typeface="Arial"/>
              <a:buChar char="–"/>
              <a:defRPr b="0" i="0" sz="2000" u="none" cap="none" strike="noStrike">
                <a:solidFill>
                  <a:schemeClr val="lt1"/>
                </a:solidFill>
                <a:latin typeface="DM Sans"/>
                <a:ea typeface="DM Sans"/>
                <a:cs typeface="DM Sans"/>
                <a:sym typeface="DM Sans"/>
              </a:defRPr>
            </a:lvl4pPr>
            <a:lvl5pPr indent="-355600" lvl="4" marL="2286000" marR="0" rtl="0" algn="l">
              <a:spcBef>
                <a:spcPts val="400"/>
              </a:spcBef>
              <a:spcAft>
                <a:spcPts val="0"/>
              </a:spcAft>
              <a:buClr>
                <a:schemeClr val="lt1"/>
              </a:buClr>
              <a:buSzPts val="2000"/>
              <a:buFont typeface="Arial"/>
              <a:buChar char="»"/>
              <a:defRPr b="0" i="0" sz="2000" u="none" cap="none" strike="noStrike">
                <a:solidFill>
                  <a:schemeClr val="lt1"/>
                </a:solidFill>
                <a:latin typeface="DM Sans"/>
                <a:ea typeface="DM Sans"/>
                <a:cs typeface="DM Sans"/>
                <a:sym typeface="DM Sans"/>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DM Sans"/>
                <a:ea typeface="DM Sans"/>
                <a:cs typeface="DM Sans"/>
                <a:sym typeface="DM Sans"/>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DM Sans"/>
                <a:ea typeface="DM Sans"/>
                <a:cs typeface="DM Sans"/>
                <a:sym typeface="DM Sans"/>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DM Sans"/>
                <a:ea typeface="DM Sans"/>
                <a:cs typeface="DM Sans"/>
                <a:sym typeface="DM Sans"/>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7.jpg"/><Relationship Id="rId5" Type="http://schemas.openxmlformats.org/officeDocument/2006/relationships/image" Target="../media/image9.jpg"/><Relationship Id="rId6" Type="http://schemas.openxmlformats.org/officeDocument/2006/relationships/image" Target="../media/image6.jpg"/><Relationship Id="rId7" Type="http://schemas.openxmlformats.org/officeDocument/2006/relationships/image" Target="../media/image4.jpg"/><Relationship Id="rId8"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32.png"/><Relationship Id="rId7"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25.png"/><Relationship Id="rId7" Type="http://schemas.openxmlformats.org/officeDocument/2006/relationships/image" Target="../media/image20.png"/><Relationship Id="rId8"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jp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jpg"/><Relationship Id="rId4" Type="http://schemas.openxmlformats.org/officeDocument/2006/relationships/image" Target="../media/image30.png"/><Relationship Id="rId5" Type="http://schemas.openxmlformats.org/officeDocument/2006/relationships/image" Target="../media/image27.png"/><Relationship Id="rId6" Type="http://schemas.openxmlformats.org/officeDocument/2006/relationships/image" Target="../media/image26.png"/><Relationship Id="rId7"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20" name="Shape 20"/>
        <p:cNvGrpSpPr/>
        <p:nvPr/>
      </p:nvGrpSpPr>
      <p:grpSpPr>
        <a:xfrm>
          <a:off x="0" y="0"/>
          <a:ext cx="0" cy="0"/>
          <a:chOff x="0" y="0"/>
          <a:chExt cx="0" cy="0"/>
        </a:xfrm>
      </p:grpSpPr>
      <p:sp>
        <p:nvSpPr>
          <p:cNvPr id="21" name="Google Shape;21;p4"/>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26" name="Google Shape;26;p4"/>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27" name="Google Shape;27;p4"/>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812800" y="1946275"/>
            <a:ext cx="63500" cy="2901851"/>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txBox="1"/>
          <p:nvPr>
            <p:ph type="title"/>
          </p:nvPr>
        </p:nvSpPr>
        <p:spPr>
          <a:xfrm>
            <a:off x="1079500" y="1946275"/>
            <a:ext cx="6265799" cy="194558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2F6F5"/>
              </a:buClr>
              <a:buSzPts val="4800"/>
              <a:buFont typeface="Montserrat"/>
              <a:buNone/>
            </a:pPr>
            <a:r>
              <a:rPr b="1" i="0" lang="en-US" sz="4800">
                <a:solidFill>
                  <a:srgbClr val="F2F6F5"/>
                </a:solidFill>
                <a:latin typeface="Montserrat"/>
                <a:ea typeface="Montserrat"/>
                <a:cs typeface="Montserrat"/>
                <a:sym typeface="Montserrat"/>
              </a:rPr>
              <a:t>PERSONAL DIARY MANAGEMENT SYSTEM</a:t>
            </a:r>
            <a:endParaRPr sz="4800"/>
          </a:p>
        </p:txBody>
      </p:sp>
      <p:sp>
        <p:nvSpPr>
          <p:cNvPr id="30" name="Google Shape;30;p4"/>
          <p:cNvSpPr/>
          <p:nvPr/>
        </p:nvSpPr>
        <p:spPr>
          <a:xfrm>
            <a:off x="1079500" y="4203650"/>
            <a:ext cx="6265800" cy="377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800"/>
              <a:buFont typeface="DM Sans"/>
              <a:buNone/>
            </a:pPr>
            <a:r>
              <a:rPr b="0" i="0" lang="en-US" sz="1800" u="none" cap="none" strike="noStrike">
                <a:solidFill>
                  <a:srgbClr val="C5D6D6"/>
                </a:solidFill>
                <a:latin typeface="DM Sans"/>
                <a:ea typeface="DM Sans"/>
                <a:cs typeface="DM Sans"/>
                <a:sym typeface="DM Sans"/>
              </a:rPr>
              <a:t>Project update · C Semester Project</a:t>
            </a:r>
            <a:endParaRPr b="0" i="0" sz="1800" u="none" cap="none" strike="noStrike">
              <a:solidFill>
                <a:schemeClr val="lt1"/>
              </a:solidFill>
              <a:latin typeface="DM Sans"/>
              <a:ea typeface="DM Sans"/>
              <a:cs typeface="DM Sans"/>
              <a:sym typeface="DM Sans"/>
            </a:endParaRPr>
          </a:p>
        </p:txBody>
      </p:sp>
      <p:sp>
        <p:nvSpPr>
          <p:cNvPr id="31" name="Google Shape;31;p4"/>
          <p:cNvSpPr/>
          <p:nvPr/>
        </p:nvSpPr>
        <p:spPr>
          <a:xfrm>
            <a:off x="1079500" y="4581426"/>
            <a:ext cx="6265799"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500"/>
              <a:buFont typeface="DM Sans"/>
              <a:buNone/>
            </a:pPr>
            <a:r>
              <a:rPr b="1" i="0" lang="en-US" sz="1500" u="none" cap="none" strike="noStrike">
                <a:solidFill>
                  <a:srgbClr val="F2A93B"/>
                </a:solidFill>
                <a:latin typeface="DM Sans"/>
                <a:ea typeface="DM Sans"/>
                <a:cs typeface="DM Sans"/>
                <a:sym typeface="DM Sans"/>
              </a:rPr>
              <a:t>COURSE CODE: CSE115.4</a:t>
            </a:r>
            <a:endParaRPr b="0" i="0" sz="1500" u="none" cap="none" strike="noStrike">
              <a:solidFill>
                <a:schemeClr val="lt1"/>
              </a:solidFill>
              <a:latin typeface="DM Sans"/>
              <a:ea typeface="DM Sans"/>
              <a:cs typeface="DM Sans"/>
              <a:sym typeface="DM Sans"/>
            </a:endParaRPr>
          </a:p>
        </p:txBody>
      </p:sp>
      <p:pic>
        <p:nvPicPr>
          <p:cNvPr descr="Illustration of a locked diary" id="32" name="Google Shape;32;p4"/>
          <p:cNvPicPr preferRelativeResize="0"/>
          <p:nvPr/>
        </p:nvPicPr>
        <p:blipFill rotWithShape="1">
          <a:blip r:embed="rId4">
            <a:alphaModFix/>
          </a:blip>
          <a:srcRect b="0" l="0" r="0" t="0"/>
          <a:stretch/>
        </p:blipFill>
        <p:spPr>
          <a:xfrm>
            <a:off x="8077200" y="1746250"/>
            <a:ext cx="3302000" cy="3302000"/>
          </a:xfrm>
          <a:prstGeom prst="rect">
            <a:avLst/>
          </a:prstGeom>
          <a:noFill/>
          <a:ln>
            <a:noFill/>
          </a:ln>
        </p:spPr>
      </p:pic>
      <p:sp>
        <p:nvSpPr>
          <p:cNvPr id="33" name="Google Shape;33;p4"/>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38" name="Shape 38"/>
        <p:cNvGrpSpPr/>
        <p:nvPr/>
      </p:nvGrpSpPr>
      <p:grpSpPr>
        <a:xfrm>
          <a:off x="0" y="0"/>
          <a:ext cx="0" cy="0"/>
          <a:chOff x="0" y="0"/>
          <a:chExt cx="0" cy="0"/>
        </a:xfrm>
      </p:grpSpPr>
      <p:sp>
        <p:nvSpPr>
          <p:cNvPr id="39" name="Google Shape;39;p5"/>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44" name="Google Shape;44;p5"/>
          <p:cNvPicPr preferRelativeResize="0"/>
          <p:nvPr/>
        </p:nvPicPr>
        <p:blipFill rotWithShape="1">
          <a:blip r:embed="rId3">
            <a:alphaModFix/>
          </a:blip>
          <a:srcRect b="0" l="12600" r="12600" t="0"/>
          <a:stretch/>
        </p:blipFill>
        <p:spPr>
          <a:xfrm>
            <a:off x="10388600" y="446975"/>
            <a:ext cx="965100" cy="965100"/>
          </a:xfrm>
          <a:prstGeom prst="ellipse">
            <a:avLst/>
          </a:prstGeom>
          <a:noFill/>
          <a:ln>
            <a:noFill/>
          </a:ln>
        </p:spPr>
      </p:pic>
      <p:sp>
        <p:nvSpPr>
          <p:cNvPr id="45" name="Google Shape;45;p5"/>
          <p:cNvSpPr/>
          <p:nvPr/>
        </p:nvSpPr>
        <p:spPr>
          <a:xfrm>
            <a:off x="10375900" y="434275"/>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txBox="1"/>
          <p:nvPr>
            <p:ph type="title"/>
          </p:nvPr>
        </p:nvSpPr>
        <p:spPr>
          <a:xfrm>
            <a:off x="1041400" y="952500"/>
            <a:ext cx="2784872"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OUR TEAM</a:t>
            </a:r>
            <a:endParaRPr sz="3200"/>
          </a:p>
        </p:txBody>
      </p:sp>
      <p:pic>
        <p:nvPicPr>
          <p:cNvPr descr="Jannati Anisha Bonna" id="48" name="Google Shape;48;p5"/>
          <p:cNvPicPr preferRelativeResize="0"/>
          <p:nvPr/>
        </p:nvPicPr>
        <p:blipFill rotWithShape="1">
          <a:blip r:embed="rId4">
            <a:alphaModFix/>
          </a:blip>
          <a:srcRect b="0" l="2688" r="2688" t="0"/>
          <a:stretch/>
        </p:blipFill>
        <p:spPr>
          <a:xfrm>
            <a:off x="831850" y="1723330"/>
            <a:ext cx="1955800" cy="2755900"/>
          </a:xfrm>
          <a:prstGeom prst="roundRect">
            <a:avLst>
              <a:gd fmla="val 4221" name="adj"/>
            </a:avLst>
          </a:prstGeom>
          <a:noFill/>
          <a:ln>
            <a:noFill/>
          </a:ln>
        </p:spPr>
      </p:pic>
      <p:sp>
        <p:nvSpPr>
          <p:cNvPr id="49" name="Google Shape;49;p5"/>
          <p:cNvSpPr/>
          <p:nvPr/>
        </p:nvSpPr>
        <p:spPr>
          <a:xfrm>
            <a:off x="822325" y="1713805"/>
            <a:ext cx="1974850" cy="2774950"/>
          </a:xfrm>
          <a:prstGeom prst="roundRect">
            <a:avLst>
              <a:gd fmla="val 4662" name="adj"/>
            </a:avLst>
          </a:prstGeom>
          <a:noFill/>
          <a:ln cap="flat" cmpd="sng" w="1905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812800" y="4625280"/>
            <a:ext cx="2051060" cy="4520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400"/>
              <a:buFont typeface="Montserrat"/>
              <a:buNone/>
            </a:pPr>
            <a:r>
              <a:rPr b="1" i="0" lang="en-US" sz="1400" u="none" cap="none" strike="noStrike">
                <a:solidFill>
                  <a:srgbClr val="F2F6F5"/>
                </a:solidFill>
                <a:latin typeface="Montserrat"/>
                <a:ea typeface="Montserrat"/>
                <a:cs typeface="Montserrat"/>
                <a:sym typeface="Montserrat"/>
              </a:rPr>
              <a:t>JANNATI ANISHA BONNA</a:t>
            </a:r>
            <a:endParaRPr b="0" i="0" sz="1400" u="none" cap="none" strike="noStrike">
              <a:solidFill>
                <a:schemeClr val="lt1"/>
              </a:solidFill>
              <a:latin typeface="DM Sans"/>
              <a:ea typeface="DM Sans"/>
              <a:cs typeface="DM Sans"/>
              <a:sym typeface="DM Sans"/>
            </a:endParaRPr>
          </a:p>
        </p:txBody>
      </p:sp>
      <p:sp>
        <p:nvSpPr>
          <p:cNvPr id="51" name="Google Shape;51;p5"/>
          <p:cNvSpPr/>
          <p:nvPr/>
        </p:nvSpPr>
        <p:spPr>
          <a:xfrm>
            <a:off x="812800" y="5077321"/>
            <a:ext cx="2051060"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A93B"/>
              </a:buClr>
              <a:buSzPts val="1300"/>
              <a:buFont typeface="DM Sans"/>
              <a:buNone/>
            </a:pPr>
            <a:r>
              <a:rPr b="0" i="0" lang="en-US" sz="1300" u="none" cap="none" strike="noStrike">
                <a:solidFill>
                  <a:srgbClr val="F2A93B"/>
                </a:solidFill>
                <a:latin typeface="DM Sans"/>
                <a:ea typeface="DM Sans"/>
                <a:cs typeface="DM Sans"/>
                <a:sym typeface="DM Sans"/>
              </a:rPr>
              <a:t>Helper Functions</a:t>
            </a:r>
            <a:endParaRPr b="0" i="0" sz="1300" u="none" cap="none" strike="noStrike">
              <a:solidFill>
                <a:schemeClr val="lt1"/>
              </a:solidFill>
              <a:latin typeface="DM Sans"/>
              <a:ea typeface="DM Sans"/>
              <a:cs typeface="DM Sans"/>
              <a:sym typeface="DM Sans"/>
            </a:endParaRPr>
          </a:p>
        </p:txBody>
      </p:sp>
      <p:sp>
        <p:nvSpPr>
          <p:cNvPr id="52" name="Google Shape;52;p5"/>
          <p:cNvSpPr/>
          <p:nvPr/>
        </p:nvSpPr>
        <p:spPr>
          <a:xfrm>
            <a:off x="812800" y="5317331"/>
            <a:ext cx="20510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200"/>
              <a:buFont typeface="DM Sans"/>
              <a:buNone/>
            </a:pPr>
            <a:r>
              <a:rPr b="0" i="0" lang="en-US" sz="1200" u="none" cap="none" strike="noStrike">
                <a:solidFill>
                  <a:srgbClr val="C5D6D6"/>
                </a:solidFill>
                <a:latin typeface="DM Sans"/>
                <a:ea typeface="DM Sans"/>
                <a:cs typeface="DM Sans"/>
                <a:sym typeface="DM Sans"/>
              </a:rPr>
              <a:t>ID: </a:t>
            </a:r>
            <a:r>
              <a:rPr lang="en-US" sz="1200">
                <a:solidFill>
                  <a:srgbClr val="C5D6D6"/>
                </a:solidFill>
                <a:latin typeface="DM Sans"/>
                <a:ea typeface="DM Sans"/>
                <a:cs typeface="DM Sans"/>
                <a:sym typeface="DM Sans"/>
              </a:rPr>
              <a:t>2633012642</a:t>
            </a:r>
            <a:endParaRPr b="0" i="0" sz="1200" u="none" cap="none" strike="noStrike">
              <a:solidFill>
                <a:schemeClr val="lt1"/>
              </a:solidFill>
              <a:latin typeface="DM Sans"/>
              <a:ea typeface="DM Sans"/>
              <a:cs typeface="DM Sans"/>
              <a:sym typeface="DM Sans"/>
            </a:endParaRPr>
          </a:p>
        </p:txBody>
      </p:sp>
      <p:pic>
        <p:nvPicPr>
          <p:cNvPr descr="Zara Mamnoon" id="53" name="Google Shape;53;p5"/>
          <p:cNvPicPr preferRelativeResize="0"/>
          <p:nvPr/>
        </p:nvPicPr>
        <p:blipFill rotWithShape="1">
          <a:blip r:embed="rId5">
            <a:alphaModFix/>
          </a:blip>
          <a:srcRect b="0" l="2688" r="2688" t="0"/>
          <a:stretch/>
        </p:blipFill>
        <p:spPr>
          <a:xfrm>
            <a:off x="2975570" y="1723330"/>
            <a:ext cx="1955800" cy="2755900"/>
          </a:xfrm>
          <a:prstGeom prst="roundRect">
            <a:avLst>
              <a:gd fmla="val 4221" name="adj"/>
            </a:avLst>
          </a:prstGeom>
          <a:noFill/>
          <a:ln>
            <a:noFill/>
          </a:ln>
        </p:spPr>
      </p:pic>
      <p:sp>
        <p:nvSpPr>
          <p:cNvPr id="54" name="Google Shape;54;p5"/>
          <p:cNvSpPr/>
          <p:nvPr/>
        </p:nvSpPr>
        <p:spPr>
          <a:xfrm>
            <a:off x="2966045" y="1713805"/>
            <a:ext cx="1974850" cy="2774950"/>
          </a:xfrm>
          <a:prstGeom prst="roundRect">
            <a:avLst>
              <a:gd fmla="val 4662" name="adj"/>
            </a:avLst>
          </a:prstGeom>
          <a:noFill/>
          <a:ln cap="flat" cmpd="sng" w="1905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2956520" y="4625280"/>
            <a:ext cx="2051060"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400"/>
              <a:buFont typeface="Montserrat"/>
              <a:buNone/>
            </a:pPr>
            <a:r>
              <a:rPr b="1" i="0" lang="en-US" sz="1400" u="none" cap="none" strike="noStrike">
                <a:solidFill>
                  <a:srgbClr val="F2F6F5"/>
                </a:solidFill>
                <a:latin typeface="Montserrat"/>
                <a:ea typeface="Montserrat"/>
                <a:cs typeface="Montserrat"/>
                <a:sym typeface="Montserrat"/>
              </a:rPr>
              <a:t>ZARA MAMNOON</a:t>
            </a:r>
            <a:endParaRPr b="0" i="0" sz="1400" u="none" cap="none" strike="noStrike">
              <a:solidFill>
                <a:schemeClr val="lt1"/>
              </a:solidFill>
              <a:latin typeface="DM Sans"/>
              <a:ea typeface="DM Sans"/>
              <a:cs typeface="DM Sans"/>
              <a:sym typeface="DM Sans"/>
            </a:endParaRPr>
          </a:p>
        </p:txBody>
      </p:sp>
      <p:sp>
        <p:nvSpPr>
          <p:cNvPr id="56" name="Google Shape;56;p5"/>
          <p:cNvSpPr/>
          <p:nvPr/>
        </p:nvSpPr>
        <p:spPr>
          <a:xfrm>
            <a:off x="2956520" y="4864001"/>
            <a:ext cx="2051060"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A93B"/>
              </a:buClr>
              <a:buSzPts val="1300"/>
              <a:buFont typeface="DM Sans"/>
              <a:buNone/>
            </a:pPr>
            <a:r>
              <a:rPr b="0" i="0" lang="en-US" sz="1300" u="none" cap="none" strike="noStrike">
                <a:solidFill>
                  <a:srgbClr val="F2A93B"/>
                </a:solidFill>
                <a:latin typeface="DM Sans"/>
                <a:ea typeface="DM Sans"/>
                <a:cs typeface="DM Sans"/>
                <a:sym typeface="DM Sans"/>
              </a:rPr>
              <a:t>Login &amp; credentials</a:t>
            </a:r>
            <a:endParaRPr b="0" i="0" sz="1300" u="none" cap="none" strike="noStrike">
              <a:solidFill>
                <a:schemeClr val="lt1"/>
              </a:solidFill>
              <a:latin typeface="DM Sans"/>
              <a:ea typeface="DM Sans"/>
              <a:cs typeface="DM Sans"/>
              <a:sym typeface="DM Sans"/>
            </a:endParaRPr>
          </a:p>
        </p:txBody>
      </p:sp>
      <p:sp>
        <p:nvSpPr>
          <p:cNvPr id="57" name="Google Shape;57;p5"/>
          <p:cNvSpPr/>
          <p:nvPr/>
        </p:nvSpPr>
        <p:spPr>
          <a:xfrm>
            <a:off x="2956520" y="5104011"/>
            <a:ext cx="20510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200"/>
              <a:buFont typeface="DM Sans"/>
              <a:buNone/>
            </a:pPr>
            <a:r>
              <a:rPr b="0" i="0" lang="en-US" sz="1200" u="none" cap="none" strike="noStrike">
                <a:solidFill>
                  <a:srgbClr val="C5D6D6"/>
                </a:solidFill>
                <a:latin typeface="DM Sans"/>
                <a:ea typeface="DM Sans"/>
                <a:cs typeface="DM Sans"/>
                <a:sym typeface="DM Sans"/>
              </a:rPr>
              <a:t>ID: </a:t>
            </a:r>
            <a:r>
              <a:rPr lang="en-US" sz="1200">
                <a:solidFill>
                  <a:srgbClr val="C5D6D6"/>
                </a:solidFill>
                <a:latin typeface="DM Sans"/>
                <a:ea typeface="DM Sans"/>
                <a:cs typeface="DM Sans"/>
                <a:sym typeface="DM Sans"/>
              </a:rPr>
              <a:t>2633348642</a:t>
            </a:r>
            <a:endParaRPr b="0" i="0" sz="1200" u="none" cap="none" strike="noStrike">
              <a:solidFill>
                <a:schemeClr val="lt1"/>
              </a:solidFill>
              <a:latin typeface="DM Sans"/>
              <a:ea typeface="DM Sans"/>
              <a:cs typeface="DM Sans"/>
              <a:sym typeface="DM Sans"/>
            </a:endParaRPr>
          </a:p>
        </p:txBody>
      </p:sp>
      <p:pic>
        <p:nvPicPr>
          <p:cNvPr descr="Jinnat Jahan Juthi" id="58" name="Google Shape;58;p5"/>
          <p:cNvPicPr preferRelativeResize="0"/>
          <p:nvPr/>
        </p:nvPicPr>
        <p:blipFill rotWithShape="1">
          <a:blip r:embed="rId6">
            <a:alphaModFix/>
          </a:blip>
          <a:srcRect b="15429" l="15233" r="17178" t="13143"/>
          <a:stretch/>
        </p:blipFill>
        <p:spPr>
          <a:xfrm>
            <a:off x="5119291" y="1723330"/>
            <a:ext cx="1955800" cy="2755900"/>
          </a:xfrm>
          <a:prstGeom prst="roundRect">
            <a:avLst>
              <a:gd fmla="val 4221" name="adj"/>
            </a:avLst>
          </a:prstGeom>
          <a:noFill/>
          <a:ln>
            <a:noFill/>
          </a:ln>
        </p:spPr>
      </p:pic>
      <p:sp>
        <p:nvSpPr>
          <p:cNvPr id="59" name="Google Shape;59;p5"/>
          <p:cNvSpPr/>
          <p:nvPr/>
        </p:nvSpPr>
        <p:spPr>
          <a:xfrm>
            <a:off x="5109766" y="1713805"/>
            <a:ext cx="1974850" cy="2774950"/>
          </a:xfrm>
          <a:prstGeom prst="roundRect">
            <a:avLst>
              <a:gd fmla="val 4662" name="adj"/>
            </a:avLst>
          </a:prstGeom>
          <a:noFill/>
          <a:ln cap="flat" cmpd="sng" w="1905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5100241" y="4625280"/>
            <a:ext cx="2143720"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400"/>
              <a:buFont typeface="Montserrat"/>
              <a:buNone/>
            </a:pPr>
            <a:r>
              <a:rPr b="1" i="0" lang="en-US" sz="1400" u="none" cap="none" strike="noStrike">
                <a:solidFill>
                  <a:srgbClr val="F2F6F5"/>
                </a:solidFill>
                <a:latin typeface="Montserrat"/>
                <a:ea typeface="Montserrat"/>
                <a:cs typeface="Montserrat"/>
                <a:sym typeface="Montserrat"/>
              </a:rPr>
              <a:t>JINNAT JAHAN JUTHI</a:t>
            </a:r>
            <a:endParaRPr b="0" i="0" sz="1400" u="none" cap="none" strike="noStrike">
              <a:solidFill>
                <a:schemeClr val="lt1"/>
              </a:solidFill>
              <a:latin typeface="DM Sans"/>
              <a:ea typeface="DM Sans"/>
              <a:cs typeface="DM Sans"/>
              <a:sym typeface="DM Sans"/>
            </a:endParaRPr>
          </a:p>
        </p:txBody>
      </p:sp>
      <p:sp>
        <p:nvSpPr>
          <p:cNvPr id="61" name="Google Shape;61;p5"/>
          <p:cNvSpPr/>
          <p:nvPr/>
        </p:nvSpPr>
        <p:spPr>
          <a:xfrm>
            <a:off x="5100241" y="4864001"/>
            <a:ext cx="2051060"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A93B"/>
              </a:buClr>
              <a:buSzPts val="1300"/>
              <a:buFont typeface="DM Sans"/>
              <a:buNone/>
            </a:pPr>
            <a:r>
              <a:rPr b="0" i="0" lang="en-US" sz="1300" u="none" cap="none" strike="noStrike">
                <a:solidFill>
                  <a:srgbClr val="F2A93B"/>
                </a:solidFill>
                <a:latin typeface="DM Sans"/>
                <a:ea typeface="DM Sans"/>
                <a:cs typeface="DM Sans"/>
                <a:sym typeface="DM Sans"/>
              </a:rPr>
              <a:t>Add Entry, View</a:t>
            </a:r>
            <a:endParaRPr b="0" i="0" sz="1300" u="none" cap="none" strike="noStrike">
              <a:solidFill>
                <a:schemeClr val="lt1"/>
              </a:solidFill>
              <a:latin typeface="DM Sans"/>
              <a:ea typeface="DM Sans"/>
              <a:cs typeface="DM Sans"/>
              <a:sym typeface="DM Sans"/>
            </a:endParaRPr>
          </a:p>
        </p:txBody>
      </p:sp>
      <p:sp>
        <p:nvSpPr>
          <p:cNvPr id="62" name="Google Shape;62;p5"/>
          <p:cNvSpPr/>
          <p:nvPr/>
        </p:nvSpPr>
        <p:spPr>
          <a:xfrm>
            <a:off x="5100241" y="5104011"/>
            <a:ext cx="20510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200"/>
              <a:buFont typeface="DM Sans"/>
              <a:buNone/>
            </a:pPr>
            <a:r>
              <a:rPr b="0" i="0" lang="en-US" sz="1200" u="none" cap="none" strike="noStrike">
                <a:solidFill>
                  <a:srgbClr val="C5D6D6"/>
                </a:solidFill>
                <a:latin typeface="DM Sans"/>
                <a:ea typeface="DM Sans"/>
                <a:cs typeface="DM Sans"/>
                <a:sym typeface="DM Sans"/>
              </a:rPr>
              <a:t>ID: </a:t>
            </a:r>
            <a:r>
              <a:rPr lang="en-US" sz="1200">
                <a:solidFill>
                  <a:srgbClr val="C5D6D6"/>
                </a:solidFill>
                <a:latin typeface="DM Sans"/>
                <a:ea typeface="DM Sans"/>
                <a:cs typeface="DM Sans"/>
                <a:sym typeface="DM Sans"/>
              </a:rPr>
              <a:t>2633619042</a:t>
            </a:r>
            <a:endParaRPr b="0" i="0" sz="1200" u="none" cap="none" strike="noStrike">
              <a:solidFill>
                <a:schemeClr val="lt1"/>
              </a:solidFill>
              <a:latin typeface="DM Sans"/>
              <a:ea typeface="DM Sans"/>
              <a:cs typeface="DM Sans"/>
              <a:sym typeface="DM Sans"/>
            </a:endParaRPr>
          </a:p>
        </p:txBody>
      </p:sp>
      <p:pic>
        <p:nvPicPr>
          <p:cNvPr descr="Sanjida Rahman Barsha" id="63" name="Google Shape;63;p5"/>
          <p:cNvPicPr preferRelativeResize="0"/>
          <p:nvPr/>
        </p:nvPicPr>
        <p:blipFill rotWithShape="1">
          <a:blip r:embed="rId7">
            <a:alphaModFix/>
          </a:blip>
          <a:srcRect b="0" l="12636" r="12636" t="0"/>
          <a:stretch/>
        </p:blipFill>
        <p:spPr>
          <a:xfrm>
            <a:off x="7263011" y="1723330"/>
            <a:ext cx="1955800" cy="2755900"/>
          </a:xfrm>
          <a:prstGeom prst="roundRect">
            <a:avLst>
              <a:gd fmla="val 4221" name="adj"/>
            </a:avLst>
          </a:prstGeom>
          <a:noFill/>
          <a:ln>
            <a:noFill/>
          </a:ln>
        </p:spPr>
      </p:pic>
      <p:sp>
        <p:nvSpPr>
          <p:cNvPr id="64" name="Google Shape;64;p5"/>
          <p:cNvSpPr/>
          <p:nvPr/>
        </p:nvSpPr>
        <p:spPr>
          <a:xfrm>
            <a:off x="7253486" y="1713805"/>
            <a:ext cx="1974850" cy="2774950"/>
          </a:xfrm>
          <a:prstGeom prst="roundRect">
            <a:avLst>
              <a:gd fmla="val 4662" name="adj"/>
            </a:avLst>
          </a:prstGeom>
          <a:noFill/>
          <a:ln cap="flat" cmpd="sng" w="1905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7243961" y="4625280"/>
            <a:ext cx="2051060" cy="4520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400"/>
              <a:buFont typeface="Montserrat"/>
              <a:buNone/>
            </a:pPr>
            <a:r>
              <a:rPr b="1" i="0" lang="en-US" sz="1400" u="none" cap="none" strike="noStrike">
                <a:solidFill>
                  <a:srgbClr val="F2F6F5"/>
                </a:solidFill>
                <a:latin typeface="Montserrat"/>
                <a:ea typeface="Montserrat"/>
                <a:cs typeface="Montserrat"/>
                <a:sym typeface="Montserrat"/>
              </a:rPr>
              <a:t>SANJIDA RAHMAN BARSHA</a:t>
            </a:r>
            <a:endParaRPr b="0" i="0" sz="1400" u="none" cap="none" strike="noStrike">
              <a:solidFill>
                <a:schemeClr val="lt1"/>
              </a:solidFill>
              <a:latin typeface="DM Sans"/>
              <a:ea typeface="DM Sans"/>
              <a:cs typeface="DM Sans"/>
              <a:sym typeface="DM Sans"/>
            </a:endParaRPr>
          </a:p>
        </p:txBody>
      </p:sp>
      <p:sp>
        <p:nvSpPr>
          <p:cNvPr id="66" name="Google Shape;66;p5"/>
          <p:cNvSpPr/>
          <p:nvPr/>
        </p:nvSpPr>
        <p:spPr>
          <a:xfrm>
            <a:off x="7243961" y="5077321"/>
            <a:ext cx="2051060"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A93B"/>
              </a:buClr>
              <a:buSzPts val="1300"/>
              <a:buFont typeface="DM Sans"/>
              <a:buNone/>
            </a:pPr>
            <a:r>
              <a:rPr b="0" i="0" lang="en-US" sz="1300" u="none" cap="none" strike="noStrike">
                <a:solidFill>
                  <a:srgbClr val="F2A93B"/>
                </a:solidFill>
                <a:latin typeface="DM Sans"/>
                <a:ea typeface="DM Sans"/>
                <a:cs typeface="DM Sans"/>
                <a:sym typeface="DM Sans"/>
              </a:rPr>
              <a:t>Search, Edit, Delete</a:t>
            </a:r>
            <a:endParaRPr b="0" i="0" sz="1300" u="none" cap="none" strike="noStrike">
              <a:solidFill>
                <a:schemeClr val="lt1"/>
              </a:solidFill>
              <a:latin typeface="DM Sans"/>
              <a:ea typeface="DM Sans"/>
              <a:cs typeface="DM Sans"/>
              <a:sym typeface="DM Sans"/>
            </a:endParaRPr>
          </a:p>
        </p:txBody>
      </p:sp>
      <p:sp>
        <p:nvSpPr>
          <p:cNvPr id="67" name="Google Shape;67;p5"/>
          <p:cNvSpPr/>
          <p:nvPr/>
        </p:nvSpPr>
        <p:spPr>
          <a:xfrm>
            <a:off x="7243961" y="5317331"/>
            <a:ext cx="20510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200"/>
              <a:buFont typeface="DM Sans"/>
              <a:buNone/>
            </a:pPr>
            <a:r>
              <a:rPr b="0" i="0" lang="en-US" sz="1200" u="none" cap="none" strike="noStrike">
                <a:solidFill>
                  <a:srgbClr val="C5D6D6"/>
                </a:solidFill>
                <a:latin typeface="DM Sans"/>
                <a:ea typeface="DM Sans"/>
                <a:cs typeface="DM Sans"/>
                <a:sym typeface="DM Sans"/>
              </a:rPr>
              <a:t>ID:</a:t>
            </a:r>
            <a:r>
              <a:rPr lang="en-US" sz="1200">
                <a:solidFill>
                  <a:srgbClr val="C5D6D6"/>
                </a:solidFill>
                <a:latin typeface="DM Sans"/>
                <a:ea typeface="DM Sans"/>
                <a:cs typeface="DM Sans"/>
                <a:sym typeface="DM Sans"/>
              </a:rPr>
              <a:t> 2631266042</a:t>
            </a:r>
            <a:endParaRPr sz="1200">
              <a:solidFill>
                <a:srgbClr val="C5D6D6"/>
              </a:solidFill>
              <a:latin typeface="DM Sans"/>
              <a:ea typeface="DM Sans"/>
              <a:cs typeface="DM Sans"/>
              <a:sym typeface="DM Sans"/>
            </a:endParaRPr>
          </a:p>
        </p:txBody>
      </p:sp>
      <p:pic>
        <p:nvPicPr>
          <p:cNvPr descr="Elma Shahrin Khan" id="68" name="Google Shape;68;p5"/>
          <p:cNvPicPr preferRelativeResize="0"/>
          <p:nvPr/>
        </p:nvPicPr>
        <p:blipFill rotWithShape="1">
          <a:blip r:embed="rId8">
            <a:alphaModFix/>
          </a:blip>
          <a:srcRect b="0" l="14516" r="14516" t="0"/>
          <a:stretch/>
        </p:blipFill>
        <p:spPr>
          <a:xfrm>
            <a:off x="9406731" y="1723330"/>
            <a:ext cx="1955800" cy="2755900"/>
          </a:xfrm>
          <a:prstGeom prst="roundRect">
            <a:avLst>
              <a:gd fmla="val 4221" name="adj"/>
            </a:avLst>
          </a:prstGeom>
          <a:noFill/>
          <a:ln>
            <a:noFill/>
          </a:ln>
        </p:spPr>
      </p:pic>
      <p:sp>
        <p:nvSpPr>
          <p:cNvPr id="69" name="Google Shape;69;p5"/>
          <p:cNvSpPr/>
          <p:nvPr/>
        </p:nvSpPr>
        <p:spPr>
          <a:xfrm>
            <a:off x="9397206" y="1713805"/>
            <a:ext cx="1974850" cy="2774950"/>
          </a:xfrm>
          <a:prstGeom prst="roundRect">
            <a:avLst>
              <a:gd fmla="val 4662" name="adj"/>
            </a:avLst>
          </a:prstGeom>
          <a:noFill/>
          <a:ln cap="flat" cmpd="sng" w="1905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9387681" y="4625280"/>
            <a:ext cx="2051060" cy="4520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400"/>
              <a:buFont typeface="Montserrat"/>
              <a:buNone/>
            </a:pPr>
            <a:r>
              <a:rPr b="1" i="0" lang="en-US" sz="1400" u="none" cap="none" strike="noStrike">
                <a:solidFill>
                  <a:srgbClr val="F2F6F5"/>
                </a:solidFill>
                <a:latin typeface="Montserrat"/>
                <a:ea typeface="Montserrat"/>
                <a:cs typeface="Montserrat"/>
                <a:sym typeface="Montserrat"/>
              </a:rPr>
              <a:t>ELMA SHAHRIN KHAN</a:t>
            </a:r>
            <a:endParaRPr b="0" i="0" sz="1400" u="none" cap="none" strike="noStrike">
              <a:solidFill>
                <a:schemeClr val="lt1"/>
              </a:solidFill>
              <a:latin typeface="DM Sans"/>
              <a:ea typeface="DM Sans"/>
              <a:cs typeface="DM Sans"/>
              <a:sym typeface="DM Sans"/>
            </a:endParaRPr>
          </a:p>
        </p:txBody>
      </p:sp>
      <p:sp>
        <p:nvSpPr>
          <p:cNvPr id="71" name="Google Shape;71;p5"/>
          <p:cNvSpPr/>
          <p:nvPr/>
        </p:nvSpPr>
        <p:spPr>
          <a:xfrm>
            <a:off x="9387681" y="5077321"/>
            <a:ext cx="2051060"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A93B"/>
              </a:buClr>
              <a:buSzPts val="1300"/>
              <a:buFont typeface="DM Sans"/>
              <a:buNone/>
            </a:pPr>
            <a:r>
              <a:rPr b="0" i="0" lang="en-US" sz="1300" u="none" cap="none" strike="noStrike">
                <a:solidFill>
                  <a:srgbClr val="F2A93B"/>
                </a:solidFill>
                <a:latin typeface="DM Sans"/>
                <a:ea typeface="DM Sans"/>
                <a:cs typeface="DM Sans"/>
                <a:sym typeface="DM Sans"/>
              </a:rPr>
              <a:t>Main()</a:t>
            </a:r>
            <a:endParaRPr b="0" i="0" sz="1300" u="none" cap="none" strike="noStrike">
              <a:solidFill>
                <a:schemeClr val="lt1"/>
              </a:solidFill>
              <a:latin typeface="DM Sans"/>
              <a:ea typeface="DM Sans"/>
              <a:cs typeface="DM Sans"/>
              <a:sym typeface="DM Sans"/>
            </a:endParaRPr>
          </a:p>
        </p:txBody>
      </p:sp>
      <p:sp>
        <p:nvSpPr>
          <p:cNvPr id="72" name="Google Shape;72;p5"/>
          <p:cNvSpPr/>
          <p:nvPr/>
        </p:nvSpPr>
        <p:spPr>
          <a:xfrm>
            <a:off x="9387681" y="5317331"/>
            <a:ext cx="20510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200"/>
              <a:buFont typeface="DM Sans"/>
              <a:buNone/>
            </a:pPr>
            <a:r>
              <a:rPr b="0" i="0" lang="en-US" sz="1200" u="none" cap="none" strike="noStrike">
                <a:solidFill>
                  <a:srgbClr val="C5D6D6"/>
                </a:solidFill>
                <a:latin typeface="DM Sans"/>
                <a:ea typeface="DM Sans"/>
                <a:cs typeface="DM Sans"/>
                <a:sym typeface="DM Sans"/>
              </a:rPr>
              <a:t>ID: 26314</a:t>
            </a:r>
            <a:r>
              <a:rPr lang="en-US" sz="1200">
                <a:solidFill>
                  <a:srgbClr val="C5D6D6"/>
                </a:solidFill>
                <a:latin typeface="DM Sans"/>
                <a:ea typeface="DM Sans"/>
                <a:cs typeface="DM Sans"/>
                <a:sym typeface="DM Sans"/>
              </a:rPr>
              <a:t>87042</a:t>
            </a:r>
            <a:endParaRPr b="0" i="0" sz="1200" u="none" cap="none" strike="noStrike">
              <a:solidFill>
                <a:srgbClr val="C5D6D6"/>
              </a:solidFill>
              <a:latin typeface="DM Sans"/>
              <a:ea typeface="DM Sans"/>
              <a:cs typeface="DM Sans"/>
              <a:sym typeface="DM Sans"/>
            </a:endParaRPr>
          </a:p>
          <a:p>
            <a:pPr indent="0" lvl="0" marL="0" marR="0" rtl="0" algn="l">
              <a:lnSpc>
                <a:spcPct val="140000"/>
              </a:lnSpc>
              <a:spcBef>
                <a:spcPts val="0"/>
              </a:spcBef>
              <a:spcAft>
                <a:spcPts val="0"/>
              </a:spcAft>
              <a:buClr>
                <a:srgbClr val="C5D6D6"/>
              </a:buClr>
              <a:buSzPts val="1200"/>
              <a:buFont typeface="DM Sans"/>
              <a:buNone/>
            </a:pPr>
            <a:r>
              <a:t/>
            </a:r>
            <a:endParaRPr sz="1200">
              <a:solidFill>
                <a:srgbClr val="C5D6D6"/>
              </a:solidFill>
              <a:latin typeface="DM Sans"/>
              <a:ea typeface="DM Sans"/>
              <a:cs typeface="DM Sans"/>
              <a:sym typeface="DM Sans"/>
            </a:endParaRPr>
          </a:p>
          <a:p>
            <a:pPr indent="0" lvl="0" marL="0" marR="0" rtl="0" algn="l">
              <a:lnSpc>
                <a:spcPct val="140000"/>
              </a:lnSpc>
              <a:spcBef>
                <a:spcPts val="0"/>
              </a:spcBef>
              <a:spcAft>
                <a:spcPts val="0"/>
              </a:spcAft>
              <a:buClr>
                <a:srgbClr val="C5D6D6"/>
              </a:buClr>
              <a:buSzPts val="1200"/>
              <a:buFont typeface="DM Sans"/>
              <a:buNone/>
            </a:pPr>
            <a:r>
              <a:t/>
            </a:r>
            <a:endParaRPr sz="1200">
              <a:solidFill>
                <a:srgbClr val="C5D6D6"/>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77" name="Shape 77"/>
        <p:cNvGrpSpPr/>
        <p:nvPr/>
      </p:nvGrpSpPr>
      <p:grpSpPr>
        <a:xfrm>
          <a:off x="0" y="0"/>
          <a:ext cx="0" cy="0"/>
          <a:chOff x="0" y="0"/>
          <a:chExt cx="0" cy="0"/>
        </a:xfrm>
      </p:grpSpPr>
      <p:sp>
        <p:nvSpPr>
          <p:cNvPr id="78" name="Google Shape;78;p6"/>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83" name="Google Shape;83;p6"/>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84" name="Google Shape;84;p6"/>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txBox="1"/>
          <p:nvPr>
            <p:ph type="title"/>
          </p:nvPr>
        </p:nvSpPr>
        <p:spPr>
          <a:xfrm>
            <a:off x="1041400" y="952500"/>
            <a:ext cx="3182422"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WHAT IS IT?</a:t>
            </a:r>
            <a:endParaRPr sz="3200"/>
          </a:p>
        </p:txBody>
      </p:sp>
      <p:sp>
        <p:nvSpPr>
          <p:cNvPr id="87" name="Google Shape;87;p6"/>
          <p:cNvSpPr/>
          <p:nvPr/>
        </p:nvSpPr>
        <p:spPr>
          <a:xfrm>
            <a:off x="812800" y="1946771"/>
            <a:ext cx="7116064" cy="6653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F6F5"/>
              </a:buClr>
              <a:buSzPts val="1800"/>
              <a:buFont typeface="DM Sans"/>
              <a:buNone/>
            </a:pPr>
            <a:r>
              <a:rPr b="0" i="0" lang="en-US" sz="1800" u="none" cap="none" strike="noStrike">
                <a:solidFill>
                  <a:srgbClr val="F2F6F5"/>
                </a:solidFill>
                <a:latin typeface="DM Sans"/>
                <a:ea typeface="DM Sans"/>
                <a:cs typeface="DM Sans"/>
                <a:sym typeface="DM Sans"/>
              </a:rPr>
              <a:t>A C program that keeps a private personal diary on the computer.</a:t>
            </a:r>
            <a:endParaRPr b="0" i="0" sz="1800" u="none" cap="none" strike="noStrike">
              <a:solidFill>
                <a:schemeClr val="lt1"/>
              </a:solidFill>
              <a:latin typeface="DM Sans"/>
              <a:ea typeface="DM Sans"/>
              <a:cs typeface="DM Sans"/>
              <a:sym typeface="DM Sans"/>
            </a:endParaRPr>
          </a:p>
        </p:txBody>
      </p:sp>
      <p:sp>
        <p:nvSpPr>
          <p:cNvPr id="88" name="Google Shape;88;p6"/>
          <p:cNvSpPr/>
          <p:nvPr/>
        </p:nvSpPr>
        <p:spPr>
          <a:xfrm>
            <a:off x="815975" y="2716907"/>
            <a:ext cx="6902450" cy="853976"/>
          </a:xfrm>
          <a:prstGeom prst="roundRect">
            <a:avLst>
              <a:gd fmla="val 11525"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ook" id="89" name="Google Shape;89;p6"/>
          <p:cNvPicPr preferRelativeResize="0"/>
          <p:nvPr/>
        </p:nvPicPr>
        <p:blipFill rotWithShape="1">
          <a:blip r:embed="rId4">
            <a:alphaModFix/>
          </a:blip>
          <a:srcRect b="0" l="0" r="0" t="0"/>
          <a:stretch/>
        </p:blipFill>
        <p:spPr>
          <a:xfrm>
            <a:off x="1047750" y="2940645"/>
            <a:ext cx="406400" cy="406400"/>
          </a:xfrm>
          <a:prstGeom prst="rect">
            <a:avLst/>
          </a:prstGeom>
          <a:noFill/>
          <a:ln>
            <a:noFill/>
          </a:ln>
        </p:spPr>
      </p:pic>
      <p:sp>
        <p:nvSpPr>
          <p:cNvPr id="90" name="Google Shape;90;p6"/>
          <p:cNvSpPr/>
          <p:nvPr/>
        </p:nvSpPr>
        <p:spPr>
          <a:xfrm>
            <a:off x="1631950" y="2897882"/>
            <a:ext cx="3907540"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Manage entries</a:t>
            </a:r>
            <a:endParaRPr b="0" i="0" sz="1600" u="none" cap="none" strike="noStrike">
              <a:solidFill>
                <a:schemeClr val="lt1"/>
              </a:solidFill>
              <a:latin typeface="DM Sans"/>
              <a:ea typeface="DM Sans"/>
              <a:cs typeface="DM Sans"/>
              <a:sym typeface="DM Sans"/>
            </a:endParaRPr>
          </a:p>
        </p:txBody>
      </p:sp>
      <p:sp>
        <p:nvSpPr>
          <p:cNvPr id="91" name="Google Shape;91;p6"/>
          <p:cNvSpPr/>
          <p:nvPr/>
        </p:nvSpPr>
        <p:spPr>
          <a:xfrm>
            <a:off x="1631950" y="3167063"/>
            <a:ext cx="4552474"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Add, view, edit, delete and search from one menu.</a:t>
            </a:r>
            <a:endParaRPr b="0" i="0" sz="1300" u="none" cap="none" strike="noStrike">
              <a:solidFill>
                <a:schemeClr val="lt1"/>
              </a:solidFill>
              <a:latin typeface="DM Sans"/>
              <a:ea typeface="DM Sans"/>
              <a:cs typeface="DM Sans"/>
              <a:sym typeface="DM Sans"/>
            </a:endParaRPr>
          </a:p>
        </p:txBody>
      </p:sp>
      <p:sp>
        <p:nvSpPr>
          <p:cNvPr id="92" name="Google Shape;92;p6"/>
          <p:cNvSpPr/>
          <p:nvPr/>
        </p:nvSpPr>
        <p:spPr>
          <a:xfrm>
            <a:off x="815975" y="3704233"/>
            <a:ext cx="6902450" cy="853976"/>
          </a:xfrm>
          <a:prstGeom prst="roundRect">
            <a:avLst>
              <a:gd fmla="val 11525"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93" name="Google Shape;93;p6"/>
          <p:cNvPicPr preferRelativeResize="0"/>
          <p:nvPr/>
        </p:nvPicPr>
        <p:blipFill rotWithShape="1">
          <a:blip r:embed="rId5">
            <a:alphaModFix/>
          </a:blip>
          <a:srcRect b="0" l="0" r="0" t="0"/>
          <a:stretch/>
        </p:blipFill>
        <p:spPr>
          <a:xfrm>
            <a:off x="1047750" y="3927971"/>
            <a:ext cx="406400" cy="406400"/>
          </a:xfrm>
          <a:prstGeom prst="rect">
            <a:avLst/>
          </a:prstGeom>
          <a:noFill/>
          <a:ln>
            <a:noFill/>
          </a:ln>
        </p:spPr>
      </p:pic>
      <p:sp>
        <p:nvSpPr>
          <p:cNvPr id="94" name="Google Shape;94;p6"/>
          <p:cNvSpPr/>
          <p:nvPr/>
        </p:nvSpPr>
        <p:spPr>
          <a:xfrm>
            <a:off x="1631950" y="3885208"/>
            <a:ext cx="4097317"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Store in files</a:t>
            </a:r>
            <a:endParaRPr b="0" i="0" sz="1600" u="none" cap="none" strike="noStrike">
              <a:solidFill>
                <a:schemeClr val="lt1"/>
              </a:solidFill>
              <a:latin typeface="DM Sans"/>
              <a:ea typeface="DM Sans"/>
              <a:cs typeface="DM Sans"/>
              <a:sym typeface="DM Sans"/>
            </a:endParaRPr>
          </a:p>
        </p:txBody>
      </p:sp>
      <p:sp>
        <p:nvSpPr>
          <p:cNvPr id="95" name="Google Shape;95;p6"/>
          <p:cNvSpPr/>
          <p:nvPr/>
        </p:nvSpPr>
        <p:spPr>
          <a:xfrm>
            <a:off x="1631950" y="4154388"/>
            <a:ext cx="4773573"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File handling keeps entries after the program closes.</a:t>
            </a:r>
            <a:endParaRPr b="0" i="0" sz="1300" u="none" cap="none" strike="noStrike">
              <a:solidFill>
                <a:schemeClr val="lt1"/>
              </a:solidFill>
              <a:latin typeface="DM Sans"/>
              <a:ea typeface="DM Sans"/>
              <a:cs typeface="DM Sans"/>
              <a:sym typeface="DM Sans"/>
            </a:endParaRPr>
          </a:p>
        </p:txBody>
      </p:sp>
      <p:sp>
        <p:nvSpPr>
          <p:cNvPr id="96" name="Google Shape;96;p6"/>
          <p:cNvSpPr/>
          <p:nvPr/>
        </p:nvSpPr>
        <p:spPr>
          <a:xfrm>
            <a:off x="815975" y="4691559"/>
            <a:ext cx="6902450" cy="853976"/>
          </a:xfrm>
          <a:prstGeom prst="roundRect">
            <a:avLst>
              <a:gd fmla="val 11525"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97" name="Google Shape;97;p6"/>
          <p:cNvPicPr preferRelativeResize="0"/>
          <p:nvPr/>
        </p:nvPicPr>
        <p:blipFill rotWithShape="1">
          <a:blip r:embed="rId6">
            <a:alphaModFix/>
          </a:blip>
          <a:srcRect b="0" l="0" r="0" t="0"/>
          <a:stretch/>
        </p:blipFill>
        <p:spPr>
          <a:xfrm>
            <a:off x="1047750" y="4915297"/>
            <a:ext cx="406400" cy="406400"/>
          </a:xfrm>
          <a:prstGeom prst="rect">
            <a:avLst/>
          </a:prstGeom>
          <a:noFill/>
          <a:ln>
            <a:noFill/>
          </a:ln>
        </p:spPr>
      </p:pic>
      <p:sp>
        <p:nvSpPr>
          <p:cNvPr id="98" name="Google Shape;98;p6"/>
          <p:cNvSpPr/>
          <p:nvPr/>
        </p:nvSpPr>
        <p:spPr>
          <a:xfrm>
            <a:off x="1631950" y="4872534"/>
            <a:ext cx="3460640"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Protect privacy</a:t>
            </a:r>
            <a:endParaRPr b="0" i="0" sz="1600" u="none" cap="none" strike="noStrike">
              <a:solidFill>
                <a:schemeClr val="lt1"/>
              </a:solidFill>
              <a:latin typeface="DM Sans"/>
              <a:ea typeface="DM Sans"/>
              <a:cs typeface="DM Sans"/>
              <a:sym typeface="DM Sans"/>
            </a:endParaRPr>
          </a:p>
        </p:txBody>
      </p:sp>
      <p:sp>
        <p:nvSpPr>
          <p:cNvPr id="99" name="Google Shape;99;p6"/>
          <p:cNvSpPr/>
          <p:nvPr/>
        </p:nvSpPr>
        <p:spPr>
          <a:xfrm>
            <a:off x="1631950" y="5141714"/>
            <a:ext cx="4031813"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Login and encryption keep the diary private.</a:t>
            </a:r>
            <a:endParaRPr b="0" i="0" sz="1300" u="none" cap="none" strike="noStrike">
              <a:solidFill>
                <a:schemeClr val="lt1"/>
              </a:solidFill>
              <a:latin typeface="DM Sans"/>
              <a:ea typeface="DM Sans"/>
              <a:cs typeface="DM Sans"/>
              <a:sym typeface="DM Sans"/>
            </a:endParaRPr>
          </a:p>
        </p:txBody>
      </p:sp>
      <p:pic>
        <p:nvPicPr>
          <p:cNvPr descr="Illustration of a locked diary" id="100" name="Google Shape;100;p6"/>
          <p:cNvPicPr preferRelativeResize="0"/>
          <p:nvPr/>
        </p:nvPicPr>
        <p:blipFill rotWithShape="1">
          <a:blip r:embed="rId7">
            <a:alphaModFix/>
          </a:blip>
          <a:srcRect b="0" l="0" r="0" t="0"/>
          <a:stretch/>
        </p:blipFill>
        <p:spPr>
          <a:xfrm>
            <a:off x="8077200" y="2096691"/>
            <a:ext cx="3302000" cy="3302000"/>
          </a:xfrm>
          <a:prstGeom prst="rect">
            <a:avLst/>
          </a:prstGeom>
          <a:noFill/>
          <a:ln>
            <a:noFill/>
          </a:ln>
        </p:spPr>
      </p:pic>
      <p:sp>
        <p:nvSpPr>
          <p:cNvPr id="101" name="Google Shape;101;p6"/>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B64A"/>
        </a:solidFill>
      </p:bgPr>
    </p:bg>
    <p:spTree>
      <p:nvGrpSpPr>
        <p:cNvPr id="106" name="Shape 106"/>
        <p:cNvGrpSpPr/>
        <p:nvPr/>
      </p:nvGrpSpPr>
      <p:grpSpPr>
        <a:xfrm>
          <a:off x="0" y="0"/>
          <a:ext cx="0" cy="0"/>
          <a:chOff x="0" y="0"/>
          <a:chExt cx="0" cy="0"/>
        </a:xfrm>
      </p:grpSpPr>
      <p:sp>
        <p:nvSpPr>
          <p:cNvPr id="107" name="Google Shape;107;p7"/>
          <p:cNvSpPr/>
          <p:nvPr/>
        </p:nvSpPr>
        <p:spPr>
          <a:xfrm>
            <a:off x="0" y="0"/>
            <a:ext cx="12192000" cy="6858000"/>
          </a:xfrm>
          <a:prstGeom prst="rect">
            <a:avLst/>
          </a:prstGeom>
          <a:gradFill>
            <a:gsLst>
              <a:gs pos="0">
                <a:srgbClr val="F7B64A"/>
              </a:gs>
              <a:gs pos="100000">
                <a:srgbClr val="E8742C"/>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62E"/>
              </a:buClr>
              <a:buSzPts val="1200"/>
              <a:buFont typeface="DM Sans"/>
              <a:buNone/>
            </a:pPr>
            <a:r>
              <a:rPr b="1" i="0" lang="en-US" sz="1200" u="none" cap="none" strike="noStrike">
                <a:solidFill>
                  <a:srgbClr val="14262E"/>
                </a:solidFill>
                <a:latin typeface="DM Sans"/>
                <a:ea typeface="DM Sans"/>
                <a:cs typeface="DM Sans"/>
                <a:sym typeface="DM Sans"/>
              </a:rPr>
              <a:t>CSE115.4 · GROUP </a:t>
            </a:r>
            <a:r>
              <a:rPr b="1" lang="en-US" sz="1200">
                <a:solidFill>
                  <a:srgbClr val="14262E"/>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sp>
        <p:nvSpPr>
          <p:cNvPr id="109" name="Google Shape;109;p7"/>
          <p:cNvSpPr/>
          <p:nvPr/>
        </p:nvSpPr>
        <p:spPr>
          <a:xfrm>
            <a:off x="0" y="0"/>
            <a:ext cx="12192000" cy="50800"/>
          </a:xfrm>
          <a:prstGeom prst="rect">
            <a:avLst/>
          </a:prstGeom>
          <a:solidFill>
            <a:srgbClr val="1426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812800" y="6096000"/>
            <a:ext cx="10566400" cy="12700"/>
          </a:xfrm>
          <a:prstGeom prst="rect">
            <a:avLst/>
          </a:prstGeom>
          <a:solidFill>
            <a:srgbClr val="1426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North South University logo" id="111" name="Google Shape;111;p7"/>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112" name="Google Shape;112;p7"/>
          <p:cNvSpPr/>
          <p:nvPr/>
        </p:nvSpPr>
        <p:spPr>
          <a:xfrm>
            <a:off x="10375900" y="215900"/>
            <a:ext cx="990600" cy="990600"/>
          </a:xfrm>
          <a:prstGeom prst="ellipse">
            <a:avLst/>
          </a:prstGeom>
          <a:noFill/>
          <a:ln cap="flat" cmpd="sng" w="25400">
            <a:solidFill>
              <a:srgbClr val="142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812800" y="2757190"/>
            <a:ext cx="63500" cy="1280120"/>
          </a:xfrm>
          <a:prstGeom prst="rect">
            <a:avLst/>
          </a:prstGeom>
          <a:solidFill>
            <a:srgbClr val="1426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txBox="1"/>
          <p:nvPr>
            <p:ph type="title"/>
          </p:nvPr>
        </p:nvSpPr>
        <p:spPr>
          <a:xfrm>
            <a:off x="1054100" y="2757190"/>
            <a:ext cx="3937381" cy="130552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14262E"/>
              </a:buClr>
              <a:buSzPts val="4800"/>
              <a:buFont typeface="Montserrat"/>
              <a:buNone/>
            </a:pPr>
            <a:r>
              <a:rPr b="1" i="0" lang="en-US" sz="4800">
                <a:solidFill>
                  <a:srgbClr val="14262E"/>
                </a:solidFill>
                <a:latin typeface="Montserrat"/>
                <a:ea typeface="Montserrat"/>
                <a:cs typeface="Montserrat"/>
                <a:sym typeface="Montserrat"/>
              </a:rPr>
              <a:t>WHY WE CHOSE IT</a:t>
            </a:r>
            <a:endParaRPr sz="4800"/>
          </a:p>
        </p:txBody>
      </p:sp>
      <p:sp>
        <p:nvSpPr>
          <p:cNvPr id="115" name="Google Shape;115;p7"/>
          <p:cNvSpPr/>
          <p:nvPr/>
        </p:nvSpPr>
        <p:spPr>
          <a:xfrm>
            <a:off x="5384800" y="1486098"/>
            <a:ext cx="5994400" cy="860326"/>
          </a:xfrm>
          <a:prstGeom prst="roundRect">
            <a:avLst>
              <a:gd fmla="val 11809" name="adj"/>
            </a:avLst>
          </a:prstGeom>
          <a:solidFill>
            <a:srgbClr val="1426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5613400" y="1663898"/>
            <a:ext cx="5703316"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Privacy matters</a:t>
            </a:r>
            <a:endParaRPr b="0" i="0" sz="1600" u="none" cap="none" strike="noStrike">
              <a:solidFill>
                <a:schemeClr val="lt1"/>
              </a:solidFill>
              <a:latin typeface="DM Sans"/>
              <a:ea typeface="DM Sans"/>
              <a:cs typeface="DM Sans"/>
              <a:sym typeface="DM Sans"/>
            </a:endParaRPr>
          </a:p>
        </p:txBody>
      </p:sp>
      <p:sp>
        <p:nvSpPr>
          <p:cNvPr id="117" name="Google Shape;117;p7"/>
          <p:cNvSpPr/>
          <p:nvPr/>
        </p:nvSpPr>
        <p:spPr>
          <a:xfrm>
            <a:off x="5613400" y="1945779"/>
            <a:ext cx="5765800"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A diary holds personal thoughts, a real reason for login and encryption.</a:t>
            </a:r>
            <a:endParaRPr b="0" i="0" sz="1300" u="none" cap="none" strike="noStrike">
              <a:solidFill>
                <a:schemeClr val="lt1"/>
              </a:solidFill>
              <a:latin typeface="DM Sans"/>
              <a:ea typeface="DM Sans"/>
              <a:cs typeface="DM Sans"/>
              <a:sym typeface="DM Sans"/>
            </a:endParaRPr>
          </a:p>
        </p:txBody>
      </p:sp>
      <p:sp>
        <p:nvSpPr>
          <p:cNvPr id="118" name="Google Shape;118;p7"/>
          <p:cNvSpPr/>
          <p:nvPr/>
        </p:nvSpPr>
        <p:spPr>
          <a:xfrm>
            <a:off x="5384800" y="2473424"/>
            <a:ext cx="5994400" cy="860326"/>
          </a:xfrm>
          <a:prstGeom prst="roundRect">
            <a:avLst>
              <a:gd fmla="val 11809" name="adj"/>
            </a:avLst>
          </a:prstGeom>
          <a:solidFill>
            <a:srgbClr val="1426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5613400" y="2651224"/>
            <a:ext cx="5703316"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Practical C skills</a:t>
            </a:r>
            <a:endParaRPr b="0" i="0" sz="1600" u="none" cap="none" strike="noStrike">
              <a:solidFill>
                <a:schemeClr val="lt1"/>
              </a:solidFill>
              <a:latin typeface="DM Sans"/>
              <a:ea typeface="DM Sans"/>
              <a:cs typeface="DM Sans"/>
              <a:sym typeface="DM Sans"/>
            </a:endParaRPr>
          </a:p>
        </p:txBody>
      </p:sp>
      <p:sp>
        <p:nvSpPr>
          <p:cNvPr id="120" name="Google Shape;120;p7"/>
          <p:cNvSpPr/>
          <p:nvPr/>
        </p:nvSpPr>
        <p:spPr>
          <a:xfrm>
            <a:off x="5613400" y="2933105"/>
            <a:ext cx="5703316"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Uses structs, strings, functions and file handling from our course.</a:t>
            </a:r>
            <a:endParaRPr b="0" i="0" sz="1300" u="none" cap="none" strike="noStrike">
              <a:solidFill>
                <a:schemeClr val="lt1"/>
              </a:solidFill>
              <a:latin typeface="DM Sans"/>
              <a:ea typeface="DM Sans"/>
              <a:cs typeface="DM Sans"/>
              <a:sym typeface="DM Sans"/>
            </a:endParaRPr>
          </a:p>
        </p:txBody>
      </p:sp>
      <p:sp>
        <p:nvSpPr>
          <p:cNvPr id="121" name="Google Shape;121;p7"/>
          <p:cNvSpPr/>
          <p:nvPr/>
        </p:nvSpPr>
        <p:spPr>
          <a:xfrm>
            <a:off x="5384800" y="3460750"/>
            <a:ext cx="5994400" cy="860326"/>
          </a:xfrm>
          <a:prstGeom prst="roundRect">
            <a:avLst>
              <a:gd fmla="val 11809" name="adj"/>
            </a:avLst>
          </a:prstGeom>
          <a:solidFill>
            <a:srgbClr val="1426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5613400" y="3638550"/>
            <a:ext cx="5703316"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Clear feature set</a:t>
            </a:r>
            <a:endParaRPr b="0" i="0" sz="1600" u="none" cap="none" strike="noStrike">
              <a:solidFill>
                <a:schemeClr val="lt1"/>
              </a:solidFill>
              <a:latin typeface="DM Sans"/>
              <a:ea typeface="DM Sans"/>
              <a:cs typeface="DM Sans"/>
              <a:sym typeface="DM Sans"/>
            </a:endParaRPr>
          </a:p>
        </p:txBody>
      </p:sp>
      <p:sp>
        <p:nvSpPr>
          <p:cNvPr id="123" name="Google Shape;123;p7"/>
          <p:cNvSpPr/>
          <p:nvPr/>
        </p:nvSpPr>
        <p:spPr>
          <a:xfrm>
            <a:off x="5613400" y="3920430"/>
            <a:ext cx="5703316"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Add, view, edit, delete and search are easy to split and test.</a:t>
            </a:r>
            <a:endParaRPr b="0" i="0" sz="1300" u="none" cap="none" strike="noStrike">
              <a:solidFill>
                <a:schemeClr val="lt1"/>
              </a:solidFill>
              <a:latin typeface="DM Sans"/>
              <a:ea typeface="DM Sans"/>
              <a:cs typeface="DM Sans"/>
              <a:sym typeface="DM Sans"/>
            </a:endParaRPr>
          </a:p>
        </p:txBody>
      </p:sp>
      <p:sp>
        <p:nvSpPr>
          <p:cNvPr id="124" name="Google Shape;124;p7"/>
          <p:cNvSpPr/>
          <p:nvPr/>
        </p:nvSpPr>
        <p:spPr>
          <a:xfrm>
            <a:off x="5384800" y="4448076"/>
            <a:ext cx="5994400" cy="860326"/>
          </a:xfrm>
          <a:prstGeom prst="roundRect">
            <a:avLst>
              <a:gd fmla="val 11809" name="adj"/>
            </a:avLst>
          </a:prstGeom>
          <a:solidFill>
            <a:srgbClr val="1426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5613400" y="4625876"/>
            <a:ext cx="5703316"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Fits a team of five</a:t>
            </a:r>
            <a:endParaRPr b="0" i="0" sz="1600" u="none" cap="none" strike="noStrike">
              <a:solidFill>
                <a:schemeClr val="lt1"/>
              </a:solidFill>
              <a:latin typeface="DM Sans"/>
              <a:ea typeface="DM Sans"/>
              <a:cs typeface="DM Sans"/>
              <a:sym typeface="DM Sans"/>
            </a:endParaRPr>
          </a:p>
        </p:txBody>
      </p:sp>
      <p:sp>
        <p:nvSpPr>
          <p:cNvPr id="126" name="Google Shape;126;p7"/>
          <p:cNvSpPr/>
          <p:nvPr/>
        </p:nvSpPr>
        <p:spPr>
          <a:xfrm>
            <a:off x="5613400" y="4907756"/>
            <a:ext cx="5703316"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Each member owns one module, and the modules join in Main.</a:t>
            </a:r>
            <a:endParaRPr b="0" i="0" sz="1300" u="none" cap="none" strike="noStrike">
              <a:solidFill>
                <a:schemeClr val="lt1"/>
              </a:solidFill>
              <a:latin typeface="DM Sans"/>
              <a:ea typeface="DM Sans"/>
              <a:cs typeface="DM Sans"/>
              <a:sym typeface="DM Sans"/>
            </a:endParaRPr>
          </a:p>
        </p:txBody>
      </p:sp>
      <p:sp>
        <p:nvSpPr>
          <p:cNvPr id="127" name="Google Shape;127;p7"/>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62E"/>
              </a:buClr>
              <a:buSzPts val="1200"/>
              <a:buFont typeface="DM Sans"/>
              <a:buNone/>
            </a:pPr>
            <a:r>
              <a:rPr b="0" i="0" lang="en-US" sz="1200" u="none" cap="none" strike="noStrike">
                <a:solidFill>
                  <a:srgbClr val="14262E"/>
                </a:solidFill>
                <a:latin typeface="DM Sans"/>
                <a:ea typeface="DM Sans"/>
                <a:cs typeface="DM Sans"/>
                <a:sym typeface="DM Sans"/>
              </a:rPr>
              <a:t>Jannati · Zara · Juthi · </a:t>
            </a:r>
            <a:r>
              <a:rPr lang="en-US" sz="1200">
                <a:solidFill>
                  <a:srgbClr val="14262E"/>
                </a:solidFill>
                <a:latin typeface="DM Sans"/>
                <a:ea typeface="DM Sans"/>
                <a:cs typeface="DM Sans"/>
                <a:sym typeface="DM Sans"/>
              </a:rPr>
              <a:t>Sanjida</a:t>
            </a:r>
            <a:r>
              <a:rPr b="0" i="0" lang="en-US" sz="1200" u="none" cap="none" strike="noStrike">
                <a:solidFill>
                  <a:srgbClr val="14262E"/>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132" name="Shape 132"/>
        <p:cNvGrpSpPr/>
        <p:nvPr/>
      </p:nvGrpSpPr>
      <p:grpSpPr>
        <a:xfrm>
          <a:off x="0" y="0"/>
          <a:ext cx="0" cy="0"/>
          <a:chOff x="0" y="0"/>
          <a:chExt cx="0" cy="0"/>
        </a:xfrm>
      </p:grpSpPr>
      <p:sp>
        <p:nvSpPr>
          <p:cNvPr id="133" name="Google Shape;133;p8"/>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138" name="Google Shape;138;p8"/>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139" name="Google Shape;139;p8"/>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txBox="1"/>
          <p:nvPr>
            <p:ph type="title"/>
          </p:nvPr>
        </p:nvSpPr>
        <p:spPr>
          <a:xfrm>
            <a:off x="1041400" y="952500"/>
            <a:ext cx="3215759"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OBJECTIVES</a:t>
            </a:r>
            <a:endParaRPr sz="3200"/>
          </a:p>
        </p:txBody>
      </p:sp>
      <p:sp>
        <p:nvSpPr>
          <p:cNvPr id="142" name="Google Shape;142;p8"/>
          <p:cNvSpPr/>
          <p:nvPr/>
        </p:nvSpPr>
        <p:spPr>
          <a:xfrm>
            <a:off x="815975" y="1656655"/>
            <a:ext cx="5200650" cy="2011660"/>
          </a:xfrm>
          <a:prstGeom prst="roundRect">
            <a:avLst>
              <a:gd fmla="val 4893"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1073150" y="1888430"/>
            <a:ext cx="4826889" cy="59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3200"/>
              <a:buFont typeface="Montserrat"/>
              <a:buNone/>
            </a:pPr>
            <a:r>
              <a:rPr b="1" i="0" lang="en-US" sz="3200" u="none" cap="none" strike="noStrike">
                <a:solidFill>
                  <a:srgbClr val="F2A93B"/>
                </a:solidFill>
                <a:latin typeface="Montserrat"/>
                <a:ea typeface="Montserrat"/>
                <a:cs typeface="Montserrat"/>
                <a:sym typeface="Montserrat"/>
              </a:rPr>
              <a:t>01</a:t>
            </a:r>
            <a:endParaRPr b="0" i="0" sz="3200" u="none" cap="none" strike="noStrike">
              <a:solidFill>
                <a:schemeClr val="lt1"/>
              </a:solidFill>
              <a:latin typeface="DM Sans"/>
              <a:ea typeface="DM Sans"/>
              <a:cs typeface="DM Sans"/>
              <a:sym typeface="DM Sans"/>
            </a:endParaRPr>
          </a:p>
        </p:txBody>
      </p:sp>
      <p:sp>
        <p:nvSpPr>
          <p:cNvPr id="144" name="Google Shape;144;p8"/>
          <p:cNvSpPr/>
          <p:nvPr/>
        </p:nvSpPr>
        <p:spPr>
          <a:xfrm>
            <a:off x="1073150" y="3155950"/>
            <a:ext cx="4826889" cy="3059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700"/>
              <a:buFont typeface="DM Sans"/>
              <a:buNone/>
            </a:pPr>
            <a:r>
              <a:rPr b="0" i="0" lang="en-US" sz="1700" u="none" cap="none" strike="noStrike">
                <a:solidFill>
                  <a:srgbClr val="F2F6F5"/>
                </a:solidFill>
                <a:latin typeface="DM Sans"/>
                <a:ea typeface="DM Sans"/>
                <a:cs typeface="DM Sans"/>
                <a:sym typeface="DM Sans"/>
              </a:rPr>
              <a:t>Add and view diary entries</a:t>
            </a:r>
            <a:endParaRPr b="0" i="0" sz="1700" u="none" cap="none" strike="noStrike">
              <a:solidFill>
                <a:schemeClr val="lt1"/>
              </a:solidFill>
              <a:latin typeface="DM Sans"/>
              <a:ea typeface="DM Sans"/>
              <a:cs typeface="DM Sans"/>
              <a:sym typeface="DM Sans"/>
            </a:endParaRPr>
          </a:p>
        </p:txBody>
      </p:sp>
      <p:sp>
        <p:nvSpPr>
          <p:cNvPr id="145" name="Google Shape;145;p8"/>
          <p:cNvSpPr/>
          <p:nvPr/>
        </p:nvSpPr>
        <p:spPr>
          <a:xfrm>
            <a:off x="6175375" y="1656655"/>
            <a:ext cx="5200650" cy="2011660"/>
          </a:xfrm>
          <a:prstGeom prst="roundRect">
            <a:avLst>
              <a:gd fmla="val 4893"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6432550" y="1888430"/>
            <a:ext cx="4826889" cy="59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5B6E8"/>
              </a:buClr>
              <a:buSzPts val="3200"/>
              <a:buFont typeface="Montserrat"/>
              <a:buNone/>
            </a:pPr>
            <a:r>
              <a:rPr b="1" i="0" lang="en-US" sz="3200" u="none" cap="none" strike="noStrike">
                <a:solidFill>
                  <a:srgbClr val="35B6E8"/>
                </a:solidFill>
                <a:latin typeface="Montserrat"/>
                <a:ea typeface="Montserrat"/>
                <a:cs typeface="Montserrat"/>
                <a:sym typeface="Montserrat"/>
              </a:rPr>
              <a:t>02</a:t>
            </a:r>
            <a:endParaRPr b="0" i="0" sz="3200" u="none" cap="none" strike="noStrike">
              <a:solidFill>
                <a:schemeClr val="lt1"/>
              </a:solidFill>
              <a:latin typeface="DM Sans"/>
              <a:ea typeface="DM Sans"/>
              <a:cs typeface="DM Sans"/>
              <a:sym typeface="DM Sans"/>
            </a:endParaRPr>
          </a:p>
        </p:txBody>
      </p:sp>
      <p:sp>
        <p:nvSpPr>
          <p:cNvPr id="147" name="Google Shape;147;p8"/>
          <p:cNvSpPr/>
          <p:nvPr/>
        </p:nvSpPr>
        <p:spPr>
          <a:xfrm>
            <a:off x="6432550" y="3155950"/>
            <a:ext cx="4826889" cy="3059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700"/>
              <a:buFont typeface="DM Sans"/>
              <a:buNone/>
            </a:pPr>
            <a:r>
              <a:rPr b="0" i="0" lang="en-US" sz="1700" u="none" cap="none" strike="noStrike">
                <a:solidFill>
                  <a:srgbClr val="F2F6F5"/>
                </a:solidFill>
                <a:latin typeface="DM Sans"/>
                <a:ea typeface="DM Sans"/>
                <a:cs typeface="DM Sans"/>
                <a:sym typeface="DM Sans"/>
              </a:rPr>
              <a:t>Edit, delete and search entries</a:t>
            </a:r>
            <a:endParaRPr b="0" i="0" sz="1700" u="none" cap="none" strike="noStrike">
              <a:solidFill>
                <a:schemeClr val="lt1"/>
              </a:solidFill>
              <a:latin typeface="DM Sans"/>
              <a:ea typeface="DM Sans"/>
              <a:cs typeface="DM Sans"/>
              <a:sym typeface="DM Sans"/>
            </a:endParaRPr>
          </a:p>
        </p:txBody>
      </p:sp>
      <p:sp>
        <p:nvSpPr>
          <p:cNvPr id="148" name="Google Shape;148;p8"/>
          <p:cNvSpPr/>
          <p:nvPr/>
        </p:nvSpPr>
        <p:spPr>
          <a:xfrm>
            <a:off x="815975" y="3827066"/>
            <a:ext cx="5200650" cy="2011759"/>
          </a:xfrm>
          <a:prstGeom prst="roundRect">
            <a:avLst>
              <a:gd fmla="val 4892"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1073150" y="4058841"/>
            <a:ext cx="4826889" cy="59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5B6E8"/>
              </a:buClr>
              <a:buSzPts val="3200"/>
              <a:buFont typeface="Montserrat"/>
              <a:buNone/>
            </a:pPr>
            <a:r>
              <a:rPr b="1" i="0" lang="en-US" sz="3200" u="none" cap="none" strike="noStrike">
                <a:solidFill>
                  <a:srgbClr val="35B6E8"/>
                </a:solidFill>
                <a:latin typeface="Montserrat"/>
                <a:ea typeface="Montserrat"/>
                <a:cs typeface="Montserrat"/>
                <a:sym typeface="Montserrat"/>
              </a:rPr>
              <a:t>03</a:t>
            </a:r>
            <a:endParaRPr b="0" i="0" sz="3200" u="none" cap="none" strike="noStrike">
              <a:solidFill>
                <a:schemeClr val="lt1"/>
              </a:solidFill>
              <a:latin typeface="DM Sans"/>
              <a:ea typeface="DM Sans"/>
              <a:cs typeface="DM Sans"/>
              <a:sym typeface="DM Sans"/>
            </a:endParaRPr>
          </a:p>
        </p:txBody>
      </p:sp>
      <p:sp>
        <p:nvSpPr>
          <p:cNvPr id="150" name="Google Shape;150;p8"/>
          <p:cNvSpPr/>
          <p:nvPr/>
        </p:nvSpPr>
        <p:spPr>
          <a:xfrm>
            <a:off x="1073150" y="5326459"/>
            <a:ext cx="4826889" cy="3059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700"/>
              <a:buFont typeface="DM Sans"/>
              <a:buNone/>
            </a:pPr>
            <a:r>
              <a:rPr b="0" i="0" lang="en-US" sz="1700" u="none" cap="none" strike="noStrike">
                <a:solidFill>
                  <a:srgbClr val="F2F6F5"/>
                </a:solidFill>
                <a:latin typeface="DM Sans"/>
                <a:ea typeface="DM Sans"/>
                <a:cs typeface="DM Sans"/>
                <a:sym typeface="DM Sans"/>
              </a:rPr>
              <a:t>Store data using file handling</a:t>
            </a:r>
            <a:endParaRPr b="0" i="0" sz="1700" u="none" cap="none" strike="noStrike">
              <a:solidFill>
                <a:schemeClr val="lt1"/>
              </a:solidFill>
              <a:latin typeface="DM Sans"/>
              <a:ea typeface="DM Sans"/>
              <a:cs typeface="DM Sans"/>
              <a:sym typeface="DM Sans"/>
            </a:endParaRPr>
          </a:p>
        </p:txBody>
      </p:sp>
      <p:sp>
        <p:nvSpPr>
          <p:cNvPr id="151" name="Google Shape;151;p8"/>
          <p:cNvSpPr/>
          <p:nvPr/>
        </p:nvSpPr>
        <p:spPr>
          <a:xfrm>
            <a:off x="6175375" y="3827066"/>
            <a:ext cx="5200650" cy="2011759"/>
          </a:xfrm>
          <a:prstGeom prst="roundRect">
            <a:avLst>
              <a:gd fmla="val 4892"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6432550" y="4058841"/>
            <a:ext cx="4826889" cy="59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3200"/>
              <a:buFont typeface="Montserrat"/>
              <a:buNone/>
            </a:pPr>
            <a:r>
              <a:rPr b="1" i="0" lang="en-US" sz="3200" u="none" cap="none" strike="noStrike">
                <a:solidFill>
                  <a:srgbClr val="F2A93B"/>
                </a:solidFill>
                <a:latin typeface="Montserrat"/>
                <a:ea typeface="Montserrat"/>
                <a:cs typeface="Montserrat"/>
                <a:sym typeface="Montserrat"/>
              </a:rPr>
              <a:t>04</a:t>
            </a:r>
            <a:endParaRPr b="0" i="0" sz="3200" u="none" cap="none" strike="noStrike">
              <a:solidFill>
                <a:schemeClr val="lt1"/>
              </a:solidFill>
              <a:latin typeface="DM Sans"/>
              <a:ea typeface="DM Sans"/>
              <a:cs typeface="DM Sans"/>
              <a:sym typeface="DM Sans"/>
            </a:endParaRPr>
          </a:p>
        </p:txBody>
      </p:sp>
      <p:sp>
        <p:nvSpPr>
          <p:cNvPr id="153" name="Google Shape;153;p8"/>
          <p:cNvSpPr/>
          <p:nvPr/>
        </p:nvSpPr>
        <p:spPr>
          <a:xfrm>
            <a:off x="6432550" y="5326459"/>
            <a:ext cx="4826889" cy="3059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700"/>
              <a:buFont typeface="DM Sans"/>
              <a:buNone/>
            </a:pPr>
            <a:r>
              <a:rPr b="0" i="0" lang="en-US" sz="1700" u="none" cap="none" strike="noStrike">
                <a:solidFill>
                  <a:srgbClr val="F2F6F5"/>
                </a:solidFill>
                <a:latin typeface="DM Sans"/>
                <a:ea typeface="DM Sans"/>
                <a:cs typeface="DM Sans"/>
                <a:sym typeface="DM Sans"/>
              </a:rPr>
              <a:t>Protect privacy with login and encryption</a:t>
            </a:r>
            <a:endParaRPr b="0" i="0" sz="1700" u="none" cap="none" strike="noStrike">
              <a:solidFill>
                <a:schemeClr val="lt1"/>
              </a:solidFill>
              <a:latin typeface="DM Sans"/>
              <a:ea typeface="DM Sans"/>
              <a:cs typeface="DM Sans"/>
              <a:sym typeface="DM Sans"/>
            </a:endParaRPr>
          </a:p>
        </p:txBody>
      </p:sp>
      <p:sp>
        <p:nvSpPr>
          <p:cNvPr id="154" name="Google Shape;154;p8"/>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159" name="Shape 159"/>
        <p:cNvGrpSpPr/>
        <p:nvPr/>
      </p:nvGrpSpPr>
      <p:grpSpPr>
        <a:xfrm>
          <a:off x="0" y="0"/>
          <a:ext cx="0" cy="0"/>
          <a:chOff x="0" y="0"/>
          <a:chExt cx="0" cy="0"/>
        </a:xfrm>
      </p:grpSpPr>
      <p:sp>
        <p:nvSpPr>
          <p:cNvPr id="160" name="Google Shape;160;p9"/>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165" name="Google Shape;165;p9"/>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166" name="Google Shape;166;p9"/>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txBox="1"/>
          <p:nvPr>
            <p:ph type="title"/>
          </p:nvPr>
        </p:nvSpPr>
        <p:spPr>
          <a:xfrm>
            <a:off x="1041400" y="952500"/>
            <a:ext cx="5435600"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SYSTEM ARCHITECTURE</a:t>
            </a:r>
            <a:endParaRPr sz="3200"/>
          </a:p>
        </p:txBody>
      </p:sp>
      <p:sp>
        <p:nvSpPr>
          <p:cNvPr id="169" name="Google Shape;169;p9"/>
          <p:cNvSpPr/>
          <p:nvPr/>
        </p:nvSpPr>
        <p:spPr>
          <a:xfrm>
            <a:off x="812800" y="2160191"/>
            <a:ext cx="1447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5B6E8"/>
              </a:buClr>
              <a:buSzPts val="1200"/>
              <a:buFont typeface="DM Sans"/>
              <a:buNone/>
            </a:pPr>
            <a:r>
              <a:rPr b="1" i="0" lang="en-US" sz="1200" u="none" cap="none" strike="noStrike">
                <a:solidFill>
                  <a:srgbClr val="35B6E8"/>
                </a:solidFill>
                <a:latin typeface="DM Sans"/>
                <a:ea typeface="DM Sans"/>
                <a:cs typeface="DM Sans"/>
                <a:sym typeface="DM Sans"/>
              </a:rPr>
              <a:t>ENTRY POINT</a:t>
            </a:r>
            <a:endParaRPr b="0" i="0" sz="1200" u="none" cap="none" strike="noStrike">
              <a:solidFill>
                <a:schemeClr val="lt1"/>
              </a:solidFill>
              <a:latin typeface="DM Sans"/>
              <a:ea typeface="DM Sans"/>
              <a:cs typeface="DM Sans"/>
              <a:sym typeface="DM Sans"/>
            </a:endParaRPr>
          </a:p>
        </p:txBody>
      </p:sp>
      <p:sp>
        <p:nvSpPr>
          <p:cNvPr id="170" name="Google Shape;170;p9"/>
          <p:cNvSpPr/>
          <p:nvPr/>
        </p:nvSpPr>
        <p:spPr>
          <a:xfrm>
            <a:off x="2413000" y="1602680"/>
            <a:ext cx="8966200" cy="1328440"/>
          </a:xfrm>
          <a:prstGeom prst="roundRect">
            <a:avLst>
              <a:gd fmla="val 7648"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2667000" y="1986260"/>
            <a:ext cx="8711946" cy="299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62E"/>
              </a:buClr>
              <a:buSzPts val="1800"/>
              <a:buFont typeface="Montserrat"/>
              <a:buNone/>
            </a:pPr>
            <a:r>
              <a:rPr b="1" i="0" lang="en-US" sz="1800" u="none" cap="none" strike="noStrike">
                <a:solidFill>
                  <a:srgbClr val="14262E"/>
                </a:solidFill>
                <a:latin typeface="Montserrat"/>
                <a:ea typeface="Montserrat"/>
                <a:cs typeface="Montserrat"/>
                <a:sym typeface="Montserrat"/>
              </a:rPr>
              <a:t>Main</a:t>
            </a:r>
            <a:endParaRPr b="0" i="0" sz="1800" u="none" cap="none" strike="noStrike">
              <a:solidFill>
                <a:schemeClr val="lt1"/>
              </a:solidFill>
              <a:latin typeface="DM Sans"/>
              <a:ea typeface="DM Sans"/>
              <a:cs typeface="DM Sans"/>
              <a:sym typeface="DM Sans"/>
            </a:endParaRPr>
          </a:p>
        </p:txBody>
      </p:sp>
      <p:sp>
        <p:nvSpPr>
          <p:cNvPr id="172" name="Google Shape;172;p9"/>
          <p:cNvSpPr/>
          <p:nvPr/>
        </p:nvSpPr>
        <p:spPr>
          <a:xfrm>
            <a:off x="2667000" y="2298601"/>
            <a:ext cx="8711946"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4262E"/>
              </a:buClr>
              <a:buSzPts val="1400"/>
              <a:buFont typeface="DM Sans"/>
              <a:buNone/>
            </a:pPr>
            <a:r>
              <a:rPr b="0" i="0" lang="en-US" sz="1400" u="none" cap="none" strike="noStrike">
                <a:solidFill>
                  <a:srgbClr val="14262E"/>
                </a:solidFill>
                <a:latin typeface="DM Sans"/>
                <a:ea typeface="DM Sans"/>
                <a:cs typeface="DM Sans"/>
                <a:sym typeface="DM Sans"/>
              </a:rPr>
              <a:t>Menu and program flow</a:t>
            </a:r>
            <a:endParaRPr b="0" i="0" sz="1400" u="none" cap="none" strike="noStrike">
              <a:solidFill>
                <a:schemeClr val="lt1"/>
              </a:solidFill>
              <a:latin typeface="DM Sans"/>
              <a:ea typeface="DM Sans"/>
              <a:cs typeface="DM Sans"/>
              <a:sym typeface="DM Sans"/>
            </a:endParaRPr>
          </a:p>
        </p:txBody>
      </p:sp>
      <p:sp>
        <p:nvSpPr>
          <p:cNvPr id="173" name="Google Shape;173;p9"/>
          <p:cNvSpPr/>
          <p:nvPr/>
        </p:nvSpPr>
        <p:spPr>
          <a:xfrm>
            <a:off x="812800" y="3615630"/>
            <a:ext cx="1447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5B6E8"/>
              </a:buClr>
              <a:buSzPts val="1200"/>
              <a:buFont typeface="DM Sans"/>
              <a:buNone/>
            </a:pPr>
            <a:r>
              <a:rPr b="1" i="0" lang="en-US" sz="1200" u="none" cap="none" strike="noStrike">
                <a:solidFill>
                  <a:srgbClr val="35B6E8"/>
                </a:solidFill>
                <a:latin typeface="DM Sans"/>
                <a:ea typeface="DM Sans"/>
                <a:cs typeface="DM Sans"/>
                <a:sym typeface="DM Sans"/>
              </a:rPr>
              <a:t>FEATURES</a:t>
            </a:r>
            <a:endParaRPr b="0" i="0" sz="1200" u="none" cap="none" strike="noStrike">
              <a:solidFill>
                <a:schemeClr val="lt1"/>
              </a:solidFill>
              <a:latin typeface="DM Sans"/>
              <a:ea typeface="DM Sans"/>
              <a:cs typeface="DM Sans"/>
              <a:sym typeface="DM Sans"/>
            </a:endParaRPr>
          </a:p>
        </p:txBody>
      </p:sp>
      <p:sp>
        <p:nvSpPr>
          <p:cNvPr id="174" name="Google Shape;174;p9"/>
          <p:cNvSpPr/>
          <p:nvPr/>
        </p:nvSpPr>
        <p:spPr>
          <a:xfrm>
            <a:off x="2416175" y="3061295"/>
            <a:ext cx="2846884" cy="1322090"/>
          </a:xfrm>
          <a:prstGeom prst="roundRect">
            <a:avLst>
              <a:gd fmla="val 7445"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2622550" y="3465810"/>
            <a:ext cx="2507158"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Login</a:t>
            </a:r>
            <a:endParaRPr b="0" i="0" sz="1600" u="none" cap="none" strike="noStrike">
              <a:solidFill>
                <a:schemeClr val="lt1"/>
              </a:solidFill>
              <a:latin typeface="DM Sans"/>
              <a:ea typeface="DM Sans"/>
              <a:cs typeface="DM Sans"/>
              <a:sym typeface="DM Sans"/>
            </a:endParaRPr>
          </a:p>
        </p:txBody>
      </p:sp>
      <p:sp>
        <p:nvSpPr>
          <p:cNvPr id="176" name="Google Shape;176;p9"/>
          <p:cNvSpPr/>
          <p:nvPr/>
        </p:nvSpPr>
        <p:spPr>
          <a:xfrm>
            <a:off x="2622550" y="3747691"/>
            <a:ext cx="2507158"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Access to the diary</a:t>
            </a:r>
            <a:endParaRPr b="0" i="0" sz="1300" u="none" cap="none" strike="noStrike">
              <a:solidFill>
                <a:schemeClr val="lt1"/>
              </a:solidFill>
              <a:latin typeface="DM Sans"/>
              <a:ea typeface="DM Sans"/>
              <a:cs typeface="DM Sans"/>
              <a:sym typeface="DM Sans"/>
            </a:endParaRPr>
          </a:p>
        </p:txBody>
      </p:sp>
      <p:sp>
        <p:nvSpPr>
          <p:cNvPr id="177" name="Google Shape;177;p9"/>
          <p:cNvSpPr/>
          <p:nvPr/>
        </p:nvSpPr>
        <p:spPr>
          <a:xfrm>
            <a:off x="5472609" y="3061295"/>
            <a:ext cx="2846884" cy="1322090"/>
          </a:xfrm>
          <a:prstGeom prst="roundRect">
            <a:avLst>
              <a:gd fmla="val 7445"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5678984" y="3465810"/>
            <a:ext cx="2507158"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Add and View</a:t>
            </a:r>
            <a:endParaRPr b="0" i="0" sz="1600" u="none" cap="none" strike="noStrike">
              <a:solidFill>
                <a:schemeClr val="lt1"/>
              </a:solidFill>
              <a:latin typeface="DM Sans"/>
              <a:ea typeface="DM Sans"/>
              <a:cs typeface="DM Sans"/>
              <a:sym typeface="DM Sans"/>
            </a:endParaRPr>
          </a:p>
        </p:txBody>
      </p:sp>
      <p:sp>
        <p:nvSpPr>
          <p:cNvPr id="179" name="Google Shape;179;p9"/>
          <p:cNvSpPr/>
          <p:nvPr/>
        </p:nvSpPr>
        <p:spPr>
          <a:xfrm>
            <a:off x="5678984" y="3747691"/>
            <a:ext cx="2507158"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Create and read entries</a:t>
            </a:r>
            <a:endParaRPr b="0" i="0" sz="1300" u="none" cap="none" strike="noStrike">
              <a:solidFill>
                <a:schemeClr val="lt1"/>
              </a:solidFill>
              <a:latin typeface="DM Sans"/>
              <a:ea typeface="DM Sans"/>
              <a:cs typeface="DM Sans"/>
              <a:sym typeface="DM Sans"/>
            </a:endParaRPr>
          </a:p>
        </p:txBody>
      </p:sp>
      <p:sp>
        <p:nvSpPr>
          <p:cNvPr id="180" name="Google Shape;180;p9"/>
          <p:cNvSpPr/>
          <p:nvPr/>
        </p:nvSpPr>
        <p:spPr>
          <a:xfrm>
            <a:off x="8529042" y="3061295"/>
            <a:ext cx="2846884" cy="1322090"/>
          </a:xfrm>
          <a:prstGeom prst="roundRect">
            <a:avLst>
              <a:gd fmla="val 7445"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8735417" y="3465810"/>
            <a:ext cx="2507158" cy="2691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600"/>
              <a:buFont typeface="Montserrat"/>
              <a:buNone/>
            </a:pPr>
            <a:r>
              <a:rPr b="1" i="0" lang="en-US" sz="1600" u="none" cap="none" strike="noStrike">
                <a:solidFill>
                  <a:srgbClr val="F2F6F5"/>
                </a:solidFill>
                <a:latin typeface="Montserrat"/>
                <a:ea typeface="Montserrat"/>
                <a:cs typeface="Montserrat"/>
                <a:sym typeface="Montserrat"/>
              </a:rPr>
              <a:t>Search, Edit, Delete</a:t>
            </a:r>
            <a:endParaRPr b="0" i="0" sz="1600" u="none" cap="none" strike="noStrike">
              <a:solidFill>
                <a:schemeClr val="lt1"/>
              </a:solidFill>
              <a:latin typeface="DM Sans"/>
              <a:ea typeface="DM Sans"/>
              <a:cs typeface="DM Sans"/>
              <a:sym typeface="DM Sans"/>
            </a:endParaRPr>
          </a:p>
        </p:txBody>
      </p:sp>
      <p:sp>
        <p:nvSpPr>
          <p:cNvPr id="182" name="Google Shape;182;p9"/>
          <p:cNvSpPr/>
          <p:nvPr/>
        </p:nvSpPr>
        <p:spPr>
          <a:xfrm>
            <a:off x="8735417" y="3747691"/>
            <a:ext cx="2507158"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Find and change entries</a:t>
            </a:r>
            <a:endParaRPr b="0" i="0" sz="1300" u="none" cap="none" strike="noStrike">
              <a:solidFill>
                <a:schemeClr val="lt1"/>
              </a:solidFill>
              <a:latin typeface="DM Sans"/>
              <a:ea typeface="DM Sans"/>
              <a:cs typeface="DM Sans"/>
              <a:sym typeface="DM Sans"/>
            </a:endParaRPr>
          </a:p>
        </p:txBody>
      </p:sp>
      <p:sp>
        <p:nvSpPr>
          <p:cNvPr id="183" name="Google Shape;183;p9"/>
          <p:cNvSpPr/>
          <p:nvPr/>
        </p:nvSpPr>
        <p:spPr>
          <a:xfrm>
            <a:off x="812800" y="5071070"/>
            <a:ext cx="1447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5B6E8"/>
              </a:buClr>
              <a:buSzPts val="1200"/>
              <a:buFont typeface="DM Sans"/>
              <a:buNone/>
            </a:pPr>
            <a:r>
              <a:rPr b="1" i="0" lang="en-US" sz="1200" u="none" cap="none" strike="noStrike">
                <a:solidFill>
                  <a:srgbClr val="35B6E8"/>
                </a:solidFill>
                <a:latin typeface="DM Sans"/>
                <a:ea typeface="DM Sans"/>
                <a:cs typeface="DM Sans"/>
                <a:sym typeface="DM Sans"/>
              </a:rPr>
              <a:t>FOUNDATION</a:t>
            </a:r>
            <a:endParaRPr b="0" i="0" sz="1200" u="none" cap="none" strike="noStrike">
              <a:solidFill>
                <a:schemeClr val="lt1"/>
              </a:solidFill>
              <a:latin typeface="DM Sans"/>
              <a:ea typeface="DM Sans"/>
              <a:cs typeface="DM Sans"/>
              <a:sym typeface="DM Sans"/>
            </a:endParaRPr>
          </a:p>
        </p:txBody>
      </p:sp>
      <p:sp>
        <p:nvSpPr>
          <p:cNvPr id="184" name="Google Shape;184;p9"/>
          <p:cNvSpPr/>
          <p:nvPr/>
        </p:nvSpPr>
        <p:spPr>
          <a:xfrm>
            <a:off x="2413000" y="4513560"/>
            <a:ext cx="8966200" cy="1328440"/>
          </a:xfrm>
          <a:prstGeom prst="roundRect">
            <a:avLst>
              <a:gd fmla="val 7648" name="adj"/>
            </a:avLst>
          </a:prstGeom>
          <a:solidFill>
            <a:srgbClr val="35B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2667000" y="4897140"/>
            <a:ext cx="8711946" cy="299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6202A"/>
              </a:buClr>
              <a:buSzPts val="1800"/>
              <a:buFont typeface="Montserrat"/>
              <a:buNone/>
            </a:pPr>
            <a:r>
              <a:rPr b="1" i="0" lang="en-US" sz="1800" u="none" cap="none" strike="noStrike">
                <a:solidFill>
                  <a:srgbClr val="06202A"/>
                </a:solidFill>
                <a:latin typeface="Montserrat"/>
                <a:ea typeface="Montserrat"/>
                <a:cs typeface="Montserrat"/>
                <a:sym typeface="Montserrat"/>
              </a:rPr>
              <a:t>Helper Functions</a:t>
            </a:r>
            <a:endParaRPr b="0" i="0" sz="1800" u="none" cap="none" strike="noStrike">
              <a:solidFill>
                <a:schemeClr val="lt1"/>
              </a:solidFill>
              <a:latin typeface="DM Sans"/>
              <a:ea typeface="DM Sans"/>
              <a:cs typeface="DM Sans"/>
              <a:sym typeface="DM Sans"/>
            </a:endParaRPr>
          </a:p>
        </p:txBody>
      </p:sp>
      <p:sp>
        <p:nvSpPr>
          <p:cNvPr id="186" name="Google Shape;186;p9"/>
          <p:cNvSpPr/>
          <p:nvPr/>
        </p:nvSpPr>
        <p:spPr>
          <a:xfrm>
            <a:off x="2667000" y="5209480"/>
            <a:ext cx="8711946"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6202A"/>
              </a:buClr>
              <a:buSzPts val="1400"/>
              <a:buFont typeface="DM Sans"/>
              <a:buNone/>
            </a:pPr>
            <a:r>
              <a:rPr b="0" i="0" lang="en-US" sz="1400" u="none" cap="none" strike="noStrike">
                <a:solidFill>
                  <a:srgbClr val="06202A"/>
                </a:solidFill>
                <a:latin typeface="DM Sans"/>
                <a:ea typeface="DM Sans"/>
                <a:cs typeface="DM Sans"/>
                <a:sym typeface="DM Sans"/>
              </a:rPr>
              <a:t>Shared utility functions used by every module</a:t>
            </a:r>
            <a:endParaRPr b="0" i="0" sz="1400" u="none" cap="none" strike="noStrike">
              <a:solidFill>
                <a:schemeClr val="lt1"/>
              </a:solidFill>
              <a:latin typeface="DM Sans"/>
              <a:ea typeface="DM Sans"/>
              <a:cs typeface="DM Sans"/>
              <a:sym typeface="DM Sans"/>
            </a:endParaRPr>
          </a:p>
        </p:txBody>
      </p:sp>
      <p:sp>
        <p:nvSpPr>
          <p:cNvPr id="187" name="Google Shape;187;p9"/>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192" name="Shape 192"/>
        <p:cNvGrpSpPr/>
        <p:nvPr/>
      </p:nvGrpSpPr>
      <p:grpSpPr>
        <a:xfrm>
          <a:off x="0" y="0"/>
          <a:ext cx="0" cy="0"/>
          <a:chOff x="0" y="0"/>
          <a:chExt cx="0" cy="0"/>
        </a:xfrm>
      </p:grpSpPr>
      <p:sp>
        <p:nvSpPr>
          <p:cNvPr id="193" name="Google Shape;193;p10"/>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198" name="Google Shape;198;p10"/>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199" name="Google Shape;199;p10"/>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txBox="1"/>
          <p:nvPr>
            <p:ph type="title"/>
          </p:nvPr>
        </p:nvSpPr>
        <p:spPr>
          <a:xfrm>
            <a:off x="1041400" y="952500"/>
            <a:ext cx="3878937"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TASK DIVISION</a:t>
            </a:r>
            <a:endParaRPr sz="3200"/>
          </a:p>
        </p:txBody>
      </p:sp>
      <p:graphicFrame>
        <p:nvGraphicFramePr>
          <p:cNvPr id="202" name="Google Shape;202;p10"/>
          <p:cNvGraphicFramePr/>
          <p:nvPr/>
        </p:nvGraphicFramePr>
        <p:xfrm>
          <a:off x="825500" y="1716980"/>
          <a:ext cx="3000000" cy="3000000"/>
        </p:xfrm>
        <a:graphic>
          <a:graphicData uri="http://schemas.openxmlformats.org/drawingml/2006/table">
            <a:tbl>
              <a:tblPr>
                <a:noFill/>
                <a:tableStyleId>{0FB1A468-B304-4151-9202-3C8424D7FF59}</a:tableStyleId>
              </a:tblPr>
              <a:tblGrid>
                <a:gridCol w="3799325"/>
                <a:gridCol w="3166100"/>
                <a:gridCol w="3588250"/>
              </a:tblGrid>
              <a:tr h="385950">
                <a:tc>
                  <a:txBody>
                    <a:bodyPr/>
                    <a:lstStyle/>
                    <a:p>
                      <a:pPr indent="0" lvl="0" marL="0" marR="0" rtl="0" algn="l">
                        <a:lnSpc>
                          <a:spcPct val="140000"/>
                        </a:lnSpc>
                        <a:spcBef>
                          <a:spcPts val="0"/>
                        </a:spcBef>
                        <a:spcAft>
                          <a:spcPts val="0"/>
                        </a:spcAft>
                        <a:buClr>
                          <a:srgbClr val="14262E"/>
                        </a:buClr>
                        <a:buSzPts val="1400"/>
                        <a:buFont typeface="DM Sans"/>
                        <a:buNone/>
                      </a:pPr>
                      <a:r>
                        <a:rPr b="1" lang="en-US" sz="1400" u="none" cap="none" strike="noStrike">
                          <a:solidFill>
                            <a:srgbClr val="14262E"/>
                          </a:solidFill>
                          <a:latin typeface="DM Sans"/>
                          <a:ea typeface="DM Sans"/>
                          <a:cs typeface="DM Sans"/>
                          <a:sym typeface="DM Sans"/>
                        </a:rPr>
                        <a:t>Module</a:t>
                      </a:r>
                      <a:endParaRPr sz="1400" u="none" cap="none" strike="noStrike">
                        <a:latin typeface="DM Sans"/>
                        <a:ea typeface="DM Sans"/>
                        <a:cs typeface="DM Sans"/>
                        <a:sym typeface="DM Sans"/>
                      </a:endParaRPr>
                    </a:p>
                  </a:txBody>
                  <a:tcPr marT="62225" marB="62225" marR="62225" marL="62225">
                    <a:lnL cap="flat" cmpd="sng" w="12700">
                      <a:solidFill>
                        <a:srgbClr val="3C5057"/>
                      </a:solidFill>
                      <a:prstDash val="solid"/>
                      <a:round/>
                      <a:headEnd len="sm" w="sm" type="none"/>
                      <a:tailEnd len="sm" w="sm" type="none"/>
                    </a:lnL>
                    <a:lnR cap="flat" cmpd="sng" w="12700">
                      <a:solidFill>
                        <a:srgbClr val="F4BB64"/>
                      </a:solidFill>
                      <a:prstDash val="solid"/>
                      <a:round/>
                      <a:headEnd len="sm" w="sm" type="none"/>
                      <a:tailEnd len="sm" w="sm" type="none"/>
                    </a:lnR>
                    <a:lnT cap="flat" cmpd="sng" w="12700">
                      <a:solidFill>
                        <a:srgbClr val="3C5057"/>
                      </a:solidFill>
                      <a:prstDash val="solid"/>
                      <a:round/>
                      <a:headEnd len="sm" w="sm" type="none"/>
                      <a:tailEnd len="sm" w="sm" type="none"/>
                    </a:lnT>
                    <a:lnB cap="flat" cmpd="sng" w="12700">
                      <a:solidFill>
                        <a:srgbClr val="F4BB64"/>
                      </a:solidFill>
                      <a:prstDash val="solid"/>
                      <a:round/>
                      <a:headEnd len="sm" w="sm" type="none"/>
                      <a:tailEnd len="sm" w="sm" type="none"/>
                    </a:lnB>
                    <a:solidFill>
                      <a:srgbClr val="F2A93B"/>
                    </a:solidFill>
                  </a:tcPr>
                </a:tc>
                <a:tc>
                  <a:txBody>
                    <a:bodyPr/>
                    <a:lstStyle/>
                    <a:p>
                      <a:pPr indent="0" lvl="0" marL="0" marR="0" rtl="0" algn="l">
                        <a:lnSpc>
                          <a:spcPct val="140000"/>
                        </a:lnSpc>
                        <a:spcBef>
                          <a:spcPts val="0"/>
                        </a:spcBef>
                        <a:spcAft>
                          <a:spcPts val="0"/>
                        </a:spcAft>
                        <a:buClr>
                          <a:srgbClr val="14262E"/>
                        </a:buClr>
                        <a:buSzPts val="1400"/>
                        <a:buFont typeface="DM Sans"/>
                        <a:buNone/>
                      </a:pPr>
                      <a:r>
                        <a:rPr b="1" lang="en-US" sz="1400" u="none" cap="none" strike="noStrike">
                          <a:solidFill>
                            <a:srgbClr val="14262E"/>
                          </a:solidFill>
                          <a:latin typeface="DM Sans"/>
                          <a:ea typeface="DM Sans"/>
                          <a:cs typeface="DM Sans"/>
                          <a:sym typeface="DM Sans"/>
                        </a:rPr>
                        <a:t>Member</a:t>
                      </a:r>
                      <a:endParaRPr sz="1400" u="none" cap="none" strike="noStrike">
                        <a:latin typeface="DM Sans"/>
                        <a:ea typeface="DM Sans"/>
                        <a:cs typeface="DM Sans"/>
                        <a:sym typeface="DM Sans"/>
                      </a:endParaRPr>
                    </a:p>
                  </a:txBody>
                  <a:tcPr marT="62225" marB="62225" marR="62225" marL="62225">
                    <a:lnL cap="flat" cmpd="sng" w="12700">
                      <a:solidFill>
                        <a:srgbClr val="F4BB64"/>
                      </a:solidFill>
                      <a:prstDash val="solid"/>
                      <a:round/>
                      <a:headEnd len="sm" w="sm" type="none"/>
                      <a:tailEnd len="sm" w="sm" type="none"/>
                    </a:lnL>
                    <a:lnR cap="flat" cmpd="sng" w="12700">
                      <a:solidFill>
                        <a:srgbClr val="F4BB64"/>
                      </a:solidFill>
                      <a:prstDash val="solid"/>
                      <a:round/>
                      <a:headEnd len="sm" w="sm" type="none"/>
                      <a:tailEnd len="sm" w="sm" type="none"/>
                    </a:lnR>
                    <a:lnT cap="flat" cmpd="sng" w="12700">
                      <a:solidFill>
                        <a:srgbClr val="3C5057"/>
                      </a:solidFill>
                      <a:prstDash val="solid"/>
                      <a:round/>
                      <a:headEnd len="sm" w="sm" type="none"/>
                      <a:tailEnd len="sm" w="sm" type="none"/>
                    </a:lnT>
                    <a:lnB cap="flat" cmpd="sng" w="12700">
                      <a:solidFill>
                        <a:srgbClr val="F4BB64"/>
                      </a:solidFill>
                      <a:prstDash val="solid"/>
                      <a:round/>
                      <a:headEnd len="sm" w="sm" type="none"/>
                      <a:tailEnd len="sm" w="sm" type="none"/>
                    </a:lnB>
                    <a:solidFill>
                      <a:srgbClr val="F2A93B"/>
                    </a:solidFill>
                  </a:tcPr>
                </a:tc>
                <a:tc>
                  <a:txBody>
                    <a:bodyPr/>
                    <a:lstStyle/>
                    <a:p>
                      <a:pPr indent="0" lvl="0" marL="0" marR="0" rtl="0" algn="l">
                        <a:lnSpc>
                          <a:spcPct val="140000"/>
                        </a:lnSpc>
                        <a:spcBef>
                          <a:spcPts val="0"/>
                        </a:spcBef>
                        <a:spcAft>
                          <a:spcPts val="0"/>
                        </a:spcAft>
                        <a:buClr>
                          <a:srgbClr val="14262E"/>
                        </a:buClr>
                        <a:buSzPts val="1400"/>
                        <a:buFont typeface="DM Sans"/>
                        <a:buNone/>
                      </a:pPr>
                      <a:r>
                        <a:rPr b="1" lang="en-US" sz="1400" u="none" cap="none" strike="noStrike">
                          <a:solidFill>
                            <a:srgbClr val="14262E"/>
                          </a:solidFill>
                          <a:latin typeface="DM Sans"/>
                          <a:ea typeface="DM Sans"/>
                          <a:cs typeface="DM Sans"/>
                          <a:sym typeface="DM Sans"/>
                        </a:rPr>
                        <a:t>Responsibility</a:t>
                      </a:r>
                      <a:endParaRPr sz="1400" u="none" cap="none" strike="noStrike">
                        <a:latin typeface="DM Sans"/>
                        <a:ea typeface="DM Sans"/>
                        <a:cs typeface="DM Sans"/>
                        <a:sym typeface="DM Sans"/>
                      </a:endParaRPr>
                    </a:p>
                  </a:txBody>
                  <a:tcPr marT="62225" marB="62225" marR="62225" marL="62225">
                    <a:lnL cap="flat" cmpd="sng" w="12700">
                      <a:solidFill>
                        <a:srgbClr val="F4BB64"/>
                      </a:solidFill>
                      <a:prstDash val="solid"/>
                      <a:round/>
                      <a:headEnd len="sm" w="sm" type="none"/>
                      <a:tailEnd len="sm" w="sm" type="none"/>
                    </a:lnL>
                    <a:lnR cap="flat" cmpd="sng" w="12700">
                      <a:solidFill>
                        <a:srgbClr val="F4BB64"/>
                      </a:solidFill>
                      <a:prstDash val="solid"/>
                      <a:round/>
                      <a:headEnd len="sm" w="sm" type="none"/>
                      <a:tailEnd len="sm" w="sm" type="none"/>
                    </a:lnR>
                    <a:lnT cap="flat" cmpd="sng" w="12700">
                      <a:solidFill>
                        <a:srgbClr val="3C5057"/>
                      </a:solidFill>
                      <a:prstDash val="solid"/>
                      <a:round/>
                      <a:headEnd len="sm" w="sm" type="none"/>
                      <a:tailEnd len="sm" w="sm" type="none"/>
                    </a:lnT>
                    <a:lnB cap="flat" cmpd="sng" w="12700">
                      <a:solidFill>
                        <a:srgbClr val="F4BB64"/>
                      </a:solidFill>
                      <a:prstDash val="solid"/>
                      <a:round/>
                      <a:headEnd len="sm" w="sm" type="none"/>
                      <a:tailEnd len="sm" w="sm" type="none"/>
                    </a:lnB>
                    <a:solidFill>
                      <a:srgbClr val="F2A93B"/>
                    </a:solidFill>
                  </a:tcPr>
                </a:tc>
              </a:tr>
              <a:tr h="385950">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1. Helper Functions</a:t>
                      </a:r>
                      <a:endParaRPr sz="1400" u="none" cap="none" strike="noStrike">
                        <a:latin typeface="DM Sans"/>
                        <a:ea typeface="DM Sans"/>
                        <a:cs typeface="DM Sans"/>
                        <a:sym typeface="DM Sans"/>
                      </a:endParaRPr>
                    </a:p>
                  </a:txBody>
                  <a:tcPr marT="62225" marB="62225" marR="62225" marL="62225">
                    <a:lnL cap="flat" cmpd="sng" w="12700">
                      <a:solidFill>
                        <a:srgbClr val="3C505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F4BB64"/>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Jannati Anisha Bonna</a:t>
                      </a:r>
                      <a:endParaRPr sz="1400" u="none" cap="none" strike="noStrike">
                        <a:latin typeface="DM Sans"/>
                        <a:ea typeface="DM Sans"/>
                        <a:cs typeface="DM Sans"/>
                        <a:sym typeface="DM Sans"/>
                      </a:endParaRPr>
                    </a:p>
                  </a:txBody>
                  <a:tcPr marT="62225" marB="62225" marR="62225" marL="62225">
                    <a:lnL cap="flat" cmpd="sng" w="12700">
                      <a:solidFill>
                        <a:srgbClr val="43717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F4BB64"/>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Shared utility functions</a:t>
                      </a:r>
                      <a:endParaRPr sz="1400" u="none" cap="none" strike="noStrike">
                        <a:latin typeface="DM Sans"/>
                        <a:ea typeface="DM Sans"/>
                        <a:cs typeface="DM Sans"/>
                        <a:sym typeface="DM Sans"/>
                      </a:endParaRPr>
                    </a:p>
                  </a:txBody>
                  <a:tcPr marT="62225" marB="62225" marR="62225" marL="62225">
                    <a:lnL cap="flat" cmpd="sng" w="12700">
                      <a:solidFill>
                        <a:srgbClr val="43717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F4BB64"/>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r>
              <a:tr h="385950">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2. Login </a:t>
                      </a:r>
                      <a:endParaRPr sz="1400" u="none" cap="none" strike="noStrike">
                        <a:latin typeface="DM Sans"/>
                        <a:ea typeface="DM Sans"/>
                        <a:cs typeface="DM Sans"/>
                        <a:sym typeface="DM Sans"/>
                      </a:endParaRPr>
                    </a:p>
                  </a:txBody>
                  <a:tcPr marT="62225" marB="62225" marR="62225" marL="62225">
                    <a:lnL cap="flat" cmpd="sng" w="12700">
                      <a:solidFill>
                        <a:srgbClr val="3C5057"/>
                      </a:solidFill>
                      <a:prstDash val="solid"/>
                      <a:round/>
                      <a:headEnd len="sm" w="sm" type="none"/>
                      <a:tailEnd len="sm" w="sm" type="none"/>
                    </a:lnL>
                    <a:lnR cap="flat" cmpd="sng" w="12700">
                      <a:solidFill>
                        <a:srgbClr val="40656A"/>
                      </a:solidFill>
                      <a:prstDash val="solid"/>
                      <a:round/>
                      <a:headEnd len="sm" w="sm" type="none"/>
                      <a:tailEnd len="sm" w="sm" type="none"/>
                    </a:lnR>
                    <a:lnT cap="flat" cmpd="sng" w="12700">
                      <a:solidFill>
                        <a:srgbClr val="437177"/>
                      </a:solidFill>
                      <a:prstDash val="solid"/>
                      <a:round/>
                      <a:headEnd len="sm" w="sm" type="none"/>
                      <a:tailEnd len="sm" w="sm" type="none"/>
                    </a:lnT>
                    <a:lnB cap="flat" cmpd="sng" w="12700">
                      <a:solidFill>
                        <a:srgbClr val="40656A"/>
                      </a:solidFill>
                      <a:prstDash val="solid"/>
                      <a:round/>
                      <a:headEnd len="sm" w="sm" type="none"/>
                      <a:tailEnd len="sm" w="sm" type="none"/>
                    </a:lnB>
                    <a:solidFill>
                      <a:srgbClr val="0B3B43"/>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Zara Mamnoon</a:t>
                      </a:r>
                      <a:endParaRPr sz="1400" u="none" cap="none" strike="noStrike">
                        <a:latin typeface="DM Sans"/>
                        <a:ea typeface="DM Sans"/>
                        <a:cs typeface="DM Sans"/>
                        <a:sym typeface="DM Sans"/>
                      </a:endParaRPr>
                    </a:p>
                  </a:txBody>
                  <a:tcPr marT="62225" marB="62225" marR="62225" marL="62225">
                    <a:lnL cap="flat" cmpd="sng" w="12700">
                      <a:solidFill>
                        <a:srgbClr val="40656A"/>
                      </a:solidFill>
                      <a:prstDash val="solid"/>
                      <a:round/>
                      <a:headEnd len="sm" w="sm" type="none"/>
                      <a:tailEnd len="sm" w="sm" type="none"/>
                    </a:lnL>
                    <a:lnR cap="flat" cmpd="sng" w="12700">
                      <a:solidFill>
                        <a:srgbClr val="40656A"/>
                      </a:solidFill>
                      <a:prstDash val="solid"/>
                      <a:round/>
                      <a:headEnd len="sm" w="sm" type="none"/>
                      <a:tailEnd len="sm" w="sm" type="none"/>
                    </a:lnR>
                    <a:lnT cap="flat" cmpd="sng" w="12700">
                      <a:solidFill>
                        <a:srgbClr val="437177"/>
                      </a:solidFill>
                      <a:prstDash val="solid"/>
                      <a:round/>
                      <a:headEnd len="sm" w="sm" type="none"/>
                      <a:tailEnd len="sm" w="sm" type="none"/>
                    </a:lnT>
                    <a:lnB cap="flat" cmpd="sng" w="12700">
                      <a:solidFill>
                        <a:srgbClr val="40656A"/>
                      </a:solidFill>
                      <a:prstDash val="solid"/>
                      <a:round/>
                      <a:headEnd len="sm" w="sm" type="none"/>
                      <a:tailEnd len="sm" w="sm" type="none"/>
                    </a:lnB>
                    <a:solidFill>
                      <a:srgbClr val="0B3B43"/>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Login and access control</a:t>
                      </a:r>
                      <a:endParaRPr sz="1400" u="none" cap="none" strike="noStrike">
                        <a:latin typeface="DM Sans"/>
                        <a:ea typeface="DM Sans"/>
                        <a:cs typeface="DM Sans"/>
                        <a:sym typeface="DM Sans"/>
                      </a:endParaRPr>
                    </a:p>
                  </a:txBody>
                  <a:tcPr marT="62225" marB="62225" marR="62225" marL="62225">
                    <a:lnL cap="flat" cmpd="sng" w="12700">
                      <a:solidFill>
                        <a:srgbClr val="40656A"/>
                      </a:solidFill>
                      <a:prstDash val="solid"/>
                      <a:round/>
                      <a:headEnd len="sm" w="sm" type="none"/>
                      <a:tailEnd len="sm" w="sm" type="none"/>
                    </a:lnL>
                    <a:lnR cap="flat" cmpd="sng" w="12700">
                      <a:solidFill>
                        <a:srgbClr val="40656A"/>
                      </a:solidFill>
                      <a:prstDash val="solid"/>
                      <a:round/>
                      <a:headEnd len="sm" w="sm" type="none"/>
                      <a:tailEnd len="sm" w="sm" type="none"/>
                    </a:lnR>
                    <a:lnT cap="flat" cmpd="sng" w="12700">
                      <a:solidFill>
                        <a:srgbClr val="437177"/>
                      </a:solidFill>
                      <a:prstDash val="solid"/>
                      <a:round/>
                      <a:headEnd len="sm" w="sm" type="none"/>
                      <a:tailEnd len="sm" w="sm" type="none"/>
                    </a:lnT>
                    <a:lnB cap="flat" cmpd="sng" w="12700">
                      <a:solidFill>
                        <a:srgbClr val="40656A"/>
                      </a:solidFill>
                      <a:prstDash val="solid"/>
                      <a:round/>
                      <a:headEnd len="sm" w="sm" type="none"/>
                      <a:tailEnd len="sm" w="sm" type="none"/>
                    </a:lnB>
                    <a:solidFill>
                      <a:srgbClr val="0B3B43"/>
                    </a:solidFill>
                  </a:tcPr>
                </a:tc>
              </a:tr>
              <a:tr h="385950">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3. Diary Features: Add Entry, View</a:t>
                      </a:r>
                      <a:endParaRPr sz="1400" u="none" cap="none" strike="noStrike">
                        <a:latin typeface="DM Sans"/>
                        <a:ea typeface="DM Sans"/>
                        <a:cs typeface="DM Sans"/>
                        <a:sym typeface="DM Sans"/>
                      </a:endParaRPr>
                    </a:p>
                  </a:txBody>
                  <a:tcPr marT="62225" marB="62225" marR="62225" marL="62225">
                    <a:lnL cap="flat" cmpd="sng" w="12700">
                      <a:solidFill>
                        <a:srgbClr val="3C505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40656A"/>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Jinnat Jahan Juthi</a:t>
                      </a:r>
                      <a:endParaRPr sz="1400" u="none" cap="none" strike="noStrike">
                        <a:latin typeface="DM Sans"/>
                        <a:ea typeface="DM Sans"/>
                        <a:cs typeface="DM Sans"/>
                        <a:sym typeface="DM Sans"/>
                      </a:endParaRPr>
                    </a:p>
                  </a:txBody>
                  <a:tcPr marT="62225" marB="62225" marR="62225" marL="62225">
                    <a:lnL cap="flat" cmpd="sng" w="12700">
                      <a:solidFill>
                        <a:srgbClr val="43717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40656A"/>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Add and view entries</a:t>
                      </a:r>
                      <a:endParaRPr sz="1400" u="none" cap="none" strike="noStrike">
                        <a:latin typeface="DM Sans"/>
                        <a:ea typeface="DM Sans"/>
                        <a:cs typeface="DM Sans"/>
                        <a:sym typeface="DM Sans"/>
                      </a:endParaRPr>
                    </a:p>
                  </a:txBody>
                  <a:tcPr marT="62225" marB="62225" marR="62225" marL="62225">
                    <a:lnL cap="flat" cmpd="sng" w="12700">
                      <a:solidFill>
                        <a:srgbClr val="43717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40656A"/>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r>
              <a:tr h="385950">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4. Diary Features: Search, Edit, Delete</a:t>
                      </a:r>
                      <a:endParaRPr sz="1400" u="none" cap="none" strike="noStrike">
                        <a:latin typeface="DM Sans"/>
                        <a:ea typeface="DM Sans"/>
                        <a:cs typeface="DM Sans"/>
                        <a:sym typeface="DM Sans"/>
                      </a:endParaRPr>
                    </a:p>
                  </a:txBody>
                  <a:tcPr marT="62225" marB="62225" marR="62225" marL="62225">
                    <a:lnL cap="flat" cmpd="sng" w="12700">
                      <a:solidFill>
                        <a:srgbClr val="3C5057"/>
                      </a:solidFill>
                      <a:prstDash val="solid"/>
                      <a:round/>
                      <a:headEnd len="sm" w="sm" type="none"/>
                      <a:tailEnd len="sm" w="sm" type="none"/>
                    </a:lnL>
                    <a:lnR cap="flat" cmpd="sng" w="12700">
                      <a:solidFill>
                        <a:srgbClr val="40656A"/>
                      </a:solidFill>
                      <a:prstDash val="solid"/>
                      <a:round/>
                      <a:headEnd len="sm" w="sm" type="none"/>
                      <a:tailEnd len="sm" w="sm" type="none"/>
                    </a:lnR>
                    <a:lnT cap="flat" cmpd="sng" w="12700">
                      <a:solidFill>
                        <a:srgbClr val="437177"/>
                      </a:solidFill>
                      <a:prstDash val="solid"/>
                      <a:round/>
                      <a:headEnd len="sm" w="sm" type="none"/>
                      <a:tailEnd len="sm" w="sm" type="none"/>
                    </a:lnT>
                    <a:lnB cap="flat" cmpd="sng" w="12700">
                      <a:solidFill>
                        <a:srgbClr val="40656A"/>
                      </a:solidFill>
                      <a:prstDash val="solid"/>
                      <a:round/>
                      <a:headEnd len="sm" w="sm" type="none"/>
                      <a:tailEnd len="sm" w="sm" type="none"/>
                    </a:lnB>
                    <a:solidFill>
                      <a:srgbClr val="0B3B43"/>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Sanjida Rahman Barsha</a:t>
                      </a:r>
                      <a:endParaRPr sz="1400" u="none" cap="none" strike="noStrike">
                        <a:latin typeface="DM Sans"/>
                        <a:ea typeface="DM Sans"/>
                        <a:cs typeface="DM Sans"/>
                        <a:sym typeface="DM Sans"/>
                      </a:endParaRPr>
                    </a:p>
                  </a:txBody>
                  <a:tcPr marT="62225" marB="62225" marR="62225" marL="62225">
                    <a:lnL cap="flat" cmpd="sng" w="12700">
                      <a:solidFill>
                        <a:srgbClr val="40656A"/>
                      </a:solidFill>
                      <a:prstDash val="solid"/>
                      <a:round/>
                      <a:headEnd len="sm" w="sm" type="none"/>
                      <a:tailEnd len="sm" w="sm" type="none"/>
                    </a:lnL>
                    <a:lnR cap="flat" cmpd="sng" w="12700">
                      <a:solidFill>
                        <a:srgbClr val="40656A"/>
                      </a:solidFill>
                      <a:prstDash val="solid"/>
                      <a:round/>
                      <a:headEnd len="sm" w="sm" type="none"/>
                      <a:tailEnd len="sm" w="sm" type="none"/>
                    </a:lnR>
                    <a:lnT cap="flat" cmpd="sng" w="12700">
                      <a:solidFill>
                        <a:srgbClr val="437177"/>
                      </a:solidFill>
                      <a:prstDash val="solid"/>
                      <a:round/>
                      <a:headEnd len="sm" w="sm" type="none"/>
                      <a:tailEnd len="sm" w="sm" type="none"/>
                    </a:lnT>
                    <a:lnB cap="flat" cmpd="sng" w="12700">
                      <a:solidFill>
                        <a:srgbClr val="40656A"/>
                      </a:solidFill>
                      <a:prstDash val="solid"/>
                      <a:round/>
                      <a:headEnd len="sm" w="sm" type="none"/>
                      <a:tailEnd len="sm" w="sm" type="none"/>
                    </a:lnB>
                    <a:solidFill>
                      <a:srgbClr val="0B3B43"/>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Find, change and remove entries</a:t>
                      </a:r>
                      <a:endParaRPr sz="1400" u="none" cap="none" strike="noStrike">
                        <a:latin typeface="DM Sans"/>
                        <a:ea typeface="DM Sans"/>
                        <a:cs typeface="DM Sans"/>
                        <a:sym typeface="DM Sans"/>
                      </a:endParaRPr>
                    </a:p>
                  </a:txBody>
                  <a:tcPr marT="62225" marB="62225" marR="62225" marL="62225">
                    <a:lnL cap="flat" cmpd="sng" w="12700">
                      <a:solidFill>
                        <a:srgbClr val="40656A"/>
                      </a:solidFill>
                      <a:prstDash val="solid"/>
                      <a:round/>
                      <a:headEnd len="sm" w="sm" type="none"/>
                      <a:tailEnd len="sm" w="sm" type="none"/>
                    </a:lnL>
                    <a:lnR cap="flat" cmpd="sng" w="12700">
                      <a:solidFill>
                        <a:srgbClr val="40656A"/>
                      </a:solidFill>
                      <a:prstDash val="solid"/>
                      <a:round/>
                      <a:headEnd len="sm" w="sm" type="none"/>
                      <a:tailEnd len="sm" w="sm" type="none"/>
                    </a:lnR>
                    <a:lnT cap="flat" cmpd="sng" w="12700">
                      <a:solidFill>
                        <a:srgbClr val="437177"/>
                      </a:solidFill>
                      <a:prstDash val="solid"/>
                      <a:round/>
                      <a:headEnd len="sm" w="sm" type="none"/>
                      <a:tailEnd len="sm" w="sm" type="none"/>
                    </a:lnT>
                    <a:lnB cap="flat" cmpd="sng" w="12700">
                      <a:solidFill>
                        <a:srgbClr val="40656A"/>
                      </a:solidFill>
                      <a:prstDash val="solid"/>
                      <a:round/>
                      <a:headEnd len="sm" w="sm" type="none"/>
                      <a:tailEnd len="sm" w="sm" type="none"/>
                    </a:lnB>
                    <a:solidFill>
                      <a:srgbClr val="0B3B43"/>
                    </a:solidFill>
                  </a:tcPr>
                </a:tc>
              </a:tr>
              <a:tr h="385950">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5. Main()</a:t>
                      </a:r>
                      <a:endParaRPr sz="1400" u="none" cap="none" strike="noStrike">
                        <a:latin typeface="DM Sans"/>
                        <a:ea typeface="DM Sans"/>
                        <a:cs typeface="DM Sans"/>
                        <a:sym typeface="DM Sans"/>
                      </a:endParaRPr>
                    </a:p>
                  </a:txBody>
                  <a:tcPr marT="62225" marB="62225" marR="62225" marL="62225">
                    <a:lnL cap="flat" cmpd="sng" w="12700">
                      <a:solidFill>
                        <a:srgbClr val="3C505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40656A"/>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Elma Shahrin Khan</a:t>
                      </a:r>
                      <a:endParaRPr sz="1400" u="none" cap="none" strike="noStrike">
                        <a:latin typeface="DM Sans"/>
                        <a:ea typeface="DM Sans"/>
                        <a:cs typeface="DM Sans"/>
                        <a:sym typeface="DM Sans"/>
                      </a:endParaRPr>
                    </a:p>
                  </a:txBody>
                  <a:tcPr marT="62225" marB="62225" marR="62225" marL="62225">
                    <a:lnL cap="flat" cmpd="sng" w="12700">
                      <a:solidFill>
                        <a:srgbClr val="43717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40656A"/>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c>
                  <a:txBody>
                    <a:bodyPr/>
                    <a:lstStyle/>
                    <a:p>
                      <a:pPr indent="0" lvl="0" marL="0" marR="0" rtl="0" algn="l">
                        <a:lnSpc>
                          <a:spcPct val="140000"/>
                        </a:lnSpc>
                        <a:spcBef>
                          <a:spcPts val="0"/>
                        </a:spcBef>
                        <a:spcAft>
                          <a:spcPts val="0"/>
                        </a:spcAft>
                        <a:buClr>
                          <a:srgbClr val="F2F6F5"/>
                        </a:buClr>
                        <a:buSzPts val="1400"/>
                        <a:buFont typeface="DM Sans"/>
                        <a:buNone/>
                      </a:pPr>
                      <a:r>
                        <a:rPr lang="en-US" sz="1400" u="none" cap="none" strike="noStrike">
                          <a:solidFill>
                            <a:srgbClr val="F2F6F5"/>
                          </a:solidFill>
                          <a:latin typeface="DM Sans"/>
                          <a:ea typeface="DM Sans"/>
                          <a:cs typeface="DM Sans"/>
                          <a:sym typeface="DM Sans"/>
                        </a:rPr>
                        <a:t>Menu linking all modules</a:t>
                      </a:r>
                      <a:endParaRPr sz="1400" u="none" cap="none" strike="noStrike">
                        <a:latin typeface="DM Sans"/>
                        <a:ea typeface="DM Sans"/>
                        <a:cs typeface="DM Sans"/>
                        <a:sym typeface="DM Sans"/>
                      </a:endParaRPr>
                    </a:p>
                  </a:txBody>
                  <a:tcPr marT="62225" marB="62225" marR="62225" marL="62225">
                    <a:lnL cap="flat" cmpd="sng" w="12700">
                      <a:solidFill>
                        <a:srgbClr val="437177"/>
                      </a:solidFill>
                      <a:prstDash val="solid"/>
                      <a:round/>
                      <a:headEnd len="sm" w="sm" type="none"/>
                      <a:tailEnd len="sm" w="sm" type="none"/>
                    </a:lnL>
                    <a:lnR cap="flat" cmpd="sng" w="12700">
                      <a:solidFill>
                        <a:srgbClr val="437177"/>
                      </a:solidFill>
                      <a:prstDash val="solid"/>
                      <a:round/>
                      <a:headEnd len="sm" w="sm" type="none"/>
                      <a:tailEnd len="sm" w="sm" type="none"/>
                    </a:lnR>
                    <a:lnT cap="flat" cmpd="sng" w="12700">
                      <a:solidFill>
                        <a:srgbClr val="40656A"/>
                      </a:solidFill>
                      <a:prstDash val="solid"/>
                      <a:round/>
                      <a:headEnd len="sm" w="sm" type="none"/>
                      <a:tailEnd len="sm" w="sm" type="none"/>
                    </a:lnT>
                    <a:lnB cap="flat" cmpd="sng" w="12700">
                      <a:solidFill>
                        <a:srgbClr val="437177"/>
                      </a:solidFill>
                      <a:prstDash val="solid"/>
                      <a:round/>
                      <a:headEnd len="sm" w="sm" type="none"/>
                      <a:tailEnd len="sm" w="sm" type="none"/>
                    </a:lnB>
                    <a:solidFill>
                      <a:srgbClr val="0F4A54"/>
                    </a:solidFill>
                  </a:tcPr>
                </a:tc>
              </a:tr>
            </a:tbl>
          </a:graphicData>
        </a:graphic>
      </p:graphicFrame>
      <p:sp>
        <p:nvSpPr>
          <p:cNvPr id="203" name="Google Shape;203;p10"/>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208" name="Shape 208"/>
        <p:cNvGrpSpPr/>
        <p:nvPr/>
      </p:nvGrpSpPr>
      <p:grpSpPr>
        <a:xfrm>
          <a:off x="0" y="0"/>
          <a:ext cx="0" cy="0"/>
          <a:chOff x="0" y="0"/>
          <a:chExt cx="0" cy="0"/>
        </a:xfrm>
      </p:grpSpPr>
      <p:sp>
        <p:nvSpPr>
          <p:cNvPr id="209" name="Google Shape;209;p11"/>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214" name="Google Shape;214;p11"/>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215" name="Google Shape;215;p11"/>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812800" y="952500"/>
            <a:ext cx="50800" cy="728861"/>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a:off x="1041400" y="952500"/>
            <a:ext cx="4498740"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300"/>
              <a:buFont typeface="DM Sans"/>
              <a:buNone/>
            </a:pPr>
            <a:r>
              <a:rPr b="1" i="0" lang="en-US" sz="1300" u="none" cap="none" strike="noStrike">
                <a:solidFill>
                  <a:srgbClr val="F2A93B"/>
                </a:solidFill>
                <a:latin typeface="DM Sans"/>
                <a:ea typeface="DM Sans"/>
                <a:cs typeface="DM Sans"/>
                <a:sym typeface="DM Sans"/>
              </a:rPr>
              <a:t>MODULE 1 · JANNATI</a:t>
            </a:r>
            <a:endParaRPr b="0" i="0" sz="1300" u="none" cap="none" strike="noStrike">
              <a:solidFill>
                <a:schemeClr val="lt1"/>
              </a:solidFill>
              <a:latin typeface="DM Sans"/>
              <a:ea typeface="DM Sans"/>
              <a:cs typeface="DM Sans"/>
              <a:sym typeface="DM Sans"/>
            </a:endParaRPr>
          </a:p>
        </p:txBody>
      </p:sp>
      <p:sp>
        <p:nvSpPr>
          <p:cNvPr id="218" name="Google Shape;218;p11"/>
          <p:cNvSpPr txBox="1"/>
          <p:nvPr>
            <p:ph type="title"/>
          </p:nvPr>
        </p:nvSpPr>
        <p:spPr>
          <a:xfrm>
            <a:off x="1041400" y="1234380"/>
            <a:ext cx="5241250"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HELPER FUNCTIONS</a:t>
            </a:r>
            <a:endParaRPr sz="3200"/>
          </a:p>
        </p:txBody>
      </p:sp>
      <p:sp>
        <p:nvSpPr>
          <p:cNvPr id="219" name="Google Shape;219;p11"/>
          <p:cNvSpPr/>
          <p:nvPr/>
        </p:nvSpPr>
        <p:spPr>
          <a:xfrm>
            <a:off x="815975" y="1938536"/>
            <a:ext cx="5245100" cy="3900289"/>
          </a:xfrm>
          <a:prstGeom prst="roundRect">
            <a:avLst>
              <a:gd fmla="val 2524"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
          <p:cNvSpPr/>
          <p:nvPr/>
        </p:nvSpPr>
        <p:spPr>
          <a:xfrm>
            <a:off x="1123950" y="2246505"/>
            <a:ext cx="4767900" cy="333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F6F5"/>
              </a:buClr>
              <a:buSzPts val="1700"/>
              <a:buFont typeface="DM Sans"/>
              <a:buNone/>
            </a:pPr>
            <a:r>
              <a:rPr lang="en-US" sz="1700">
                <a:solidFill>
                  <a:srgbClr val="F2F6F5"/>
                </a:solidFill>
                <a:latin typeface="DM Sans"/>
                <a:ea typeface="DM Sans"/>
                <a:cs typeface="DM Sans"/>
                <a:sym typeface="DM Sans"/>
              </a:rPr>
              <a:t>Allows other functions do a specific task.</a:t>
            </a:r>
            <a:endParaRPr sz="1700">
              <a:solidFill>
                <a:srgbClr val="F2F6F5"/>
              </a:solidFill>
              <a:latin typeface="DM Sans"/>
              <a:ea typeface="DM Sans"/>
              <a:cs typeface="DM Sans"/>
              <a:sym typeface="DM Sans"/>
            </a:endParaRPr>
          </a:p>
        </p:txBody>
      </p:sp>
      <p:sp>
        <p:nvSpPr>
          <p:cNvPr id="221" name="Google Shape;221;p11"/>
          <p:cNvSpPr/>
          <p:nvPr/>
        </p:nvSpPr>
        <p:spPr>
          <a:xfrm>
            <a:off x="1144275" y="3003347"/>
            <a:ext cx="4741500" cy="2445900"/>
          </a:xfrm>
          <a:prstGeom prst="rect">
            <a:avLst/>
          </a:prstGeom>
          <a:noFill/>
          <a:ln>
            <a:noFill/>
          </a:ln>
        </p:spPr>
        <p:txBody>
          <a:bodyPr anchorCtr="0" anchor="t" bIns="0" lIns="0" spcFirstLastPara="1" rIns="0" wrap="square" tIns="0">
            <a:noAutofit/>
          </a:bodyPr>
          <a:lstStyle/>
          <a:p>
            <a:pPr indent="-182880" lvl="0" marL="182880" marR="0" rtl="0" algn="l">
              <a:lnSpc>
                <a:spcPct val="160000"/>
              </a:lnSpc>
              <a:spcBef>
                <a:spcPts val="0"/>
              </a:spcBef>
              <a:spcAft>
                <a:spcPts val="0"/>
              </a:spcAft>
              <a:buClr>
                <a:srgbClr val="C5D6D6"/>
              </a:buClr>
              <a:buSzPts val="1500"/>
              <a:buFont typeface="DM Sans"/>
              <a:buChar char="•"/>
            </a:pPr>
            <a:r>
              <a:rPr lang="en-US" sz="1500">
                <a:solidFill>
                  <a:srgbClr val="C5D6D6"/>
                </a:solidFill>
                <a:latin typeface="DM Sans"/>
                <a:ea typeface="DM Sans"/>
                <a:cs typeface="DM Sans"/>
                <a:sym typeface="DM Sans"/>
              </a:rPr>
              <a:t>Clears the console screen.</a:t>
            </a:r>
            <a:endParaRPr sz="1500">
              <a:solidFill>
                <a:srgbClr val="C5D6D6"/>
              </a:solidFill>
              <a:latin typeface="DM Sans"/>
              <a:ea typeface="DM Sans"/>
              <a:cs typeface="DM Sans"/>
              <a:sym typeface="DM Sans"/>
            </a:endParaRPr>
          </a:p>
          <a:p>
            <a:pPr indent="-182880" lvl="0" marL="182880" marR="0" rtl="0" algn="l">
              <a:lnSpc>
                <a:spcPct val="160000"/>
              </a:lnSpc>
              <a:spcBef>
                <a:spcPts val="0"/>
              </a:spcBef>
              <a:spcAft>
                <a:spcPts val="0"/>
              </a:spcAft>
              <a:buClr>
                <a:srgbClr val="C5D6D6"/>
              </a:buClr>
              <a:buSzPts val="1500"/>
              <a:buFont typeface="DM Sans"/>
              <a:buChar char="•"/>
            </a:pPr>
            <a:r>
              <a:rPr lang="en-US" sz="1500">
                <a:solidFill>
                  <a:srgbClr val="C5D6D6"/>
                </a:solidFill>
                <a:latin typeface="DM Sans"/>
                <a:ea typeface="DM Sans"/>
                <a:cs typeface="DM Sans"/>
                <a:sym typeface="DM Sans"/>
              </a:rPr>
              <a:t>Reads input and removes newline characters.</a:t>
            </a:r>
            <a:endParaRPr sz="1500">
              <a:solidFill>
                <a:srgbClr val="C5D6D6"/>
              </a:solidFill>
              <a:latin typeface="DM Sans"/>
              <a:ea typeface="DM Sans"/>
              <a:cs typeface="DM Sans"/>
              <a:sym typeface="DM Sans"/>
            </a:endParaRPr>
          </a:p>
          <a:p>
            <a:pPr indent="-182880" lvl="0" marL="182880" marR="0" rtl="0" algn="l">
              <a:lnSpc>
                <a:spcPct val="160000"/>
              </a:lnSpc>
              <a:spcBef>
                <a:spcPts val="0"/>
              </a:spcBef>
              <a:spcAft>
                <a:spcPts val="0"/>
              </a:spcAft>
              <a:buClr>
                <a:srgbClr val="C5D6D6"/>
              </a:buClr>
              <a:buSzPts val="1500"/>
              <a:buFont typeface="DM Sans"/>
              <a:buChar char="•"/>
            </a:pPr>
            <a:r>
              <a:rPr lang="en-US" sz="1500">
                <a:solidFill>
                  <a:srgbClr val="C5D6D6"/>
                </a:solidFill>
                <a:latin typeface="DM Sans"/>
                <a:ea typeface="DM Sans"/>
                <a:cs typeface="DM Sans"/>
                <a:sym typeface="DM Sans"/>
              </a:rPr>
              <a:t>Pauses the screen until Enter is pressed.</a:t>
            </a:r>
            <a:endParaRPr sz="1500">
              <a:solidFill>
                <a:srgbClr val="C5D6D6"/>
              </a:solidFill>
              <a:latin typeface="DM Sans"/>
              <a:ea typeface="DM Sans"/>
              <a:cs typeface="DM Sans"/>
              <a:sym typeface="DM Sans"/>
            </a:endParaRPr>
          </a:p>
          <a:p>
            <a:pPr indent="-182880" lvl="0" marL="182880" marR="0" rtl="0" algn="l">
              <a:lnSpc>
                <a:spcPct val="160000"/>
              </a:lnSpc>
              <a:spcBef>
                <a:spcPts val="0"/>
              </a:spcBef>
              <a:spcAft>
                <a:spcPts val="0"/>
              </a:spcAft>
              <a:buClr>
                <a:srgbClr val="C5D6D6"/>
              </a:buClr>
              <a:buSzPts val="1500"/>
              <a:buFont typeface="DM Sans"/>
              <a:buChar char="•"/>
            </a:pPr>
            <a:r>
              <a:rPr lang="en-US" sz="1500">
                <a:solidFill>
                  <a:srgbClr val="C5D6D6"/>
                </a:solidFill>
                <a:latin typeface="DM Sans"/>
                <a:ea typeface="DM Sans"/>
                <a:cs typeface="DM Sans"/>
                <a:sym typeface="DM Sans"/>
              </a:rPr>
              <a:t>Encrypts and decrypts.</a:t>
            </a:r>
            <a:endParaRPr sz="1500">
              <a:solidFill>
                <a:srgbClr val="C5D6D6"/>
              </a:solidFill>
              <a:latin typeface="DM Sans"/>
              <a:ea typeface="DM Sans"/>
              <a:cs typeface="DM Sans"/>
              <a:sym typeface="DM Sans"/>
            </a:endParaRPr>
          </a:p>
          <a:p>
            <a:pPr indent="-182880" lvl="0" marL="182880" marR="0" rtl="0" algn="l">
              <a:lnSpc>
                <a:spcPct val="160000"/>
              </a:lnSpc>
              <a:spcBef>
                <a:spcPts val="0"/>
              </a:spcBef>
              <a:spcAft>
                <a:spcPts val="0"/>
              </a:spcAft>
              <a:buClr>
                <a:srgbClr val="C5D6D6"/>
              </a:buClr>
              <a:buSzPts val="1500"/>
              <a:buFont typeface="DM Sans"/>
              <a:buChar char="•"/>
            </a:pPr>
            <a:r>
              <a:rPr lang="en-US" sz="1500">
                <a:solidFill>
                  <a:srgbClr val="C5D6D6"/>
                </a:solidFill>
                <a:latin typeface="DM Sans"/>
                <a:ea typeface="DM Sans"/>
                <a:cs typeface="DM Sans"/>
                <a:sym typeface="DM Sans"/>
              </a:rPr>
              <a:t>Searches text (ignores uppercase and lowercase)</a:t>
            </a:r>
            <a:endParaRPr sz="1500">
              <a:solidFill>
                <a:srgbClr val="C5D6D6"/>
              </a:solidFill>
              <a:latin typeface="DM Sans"/>
              <a:ea typeface="DM Sans"/>
              <a:cs typeface="DM Sans"/>
              <a:sym typeface="DM Sans"/>
            </a:endParaRPr>
          </a:p>
          <a:p>
            <a:pPr indent="-182880" lvl="0" marL="182880" marR="0" rtl="0" algn="l">
              <a:lnSpc>
                <a:spcPct val="160000"/>
              </a:lnSpc>
              <a:spcBef>
                <a:spcPts val="0"/>
              </a:spcBef>
              <a:spcAft>
                <a:spcPts val="0"/>
              </a:spcAft>
              <a:buClr>
                <a:srgbClr val="C5D6D6"/>
              </a:buClr>
              <a:buSzPts val="1500"/>
              <a:buFont typeface="DM Sans"/>
              <a:buChar char="•"/>
            </a:pPr>
            <a:r>
              <a:rPr lang="en-US" sz="1500">
                <a:solidFill>
                  <a:srgbClr val="C5D6D6"/>
                </a:solidFill>
                <a:latin typeface="DM Sans"/>
                <a:ea typeface="DM Sans"/>
                <a:cs typeface="DM Sans"/>
                <a:sym typeface="DM Sans"/>
              </a:rPr>
              <a:t>Counts saved diary entries in the file.</a:t>
            </a:r>
            <a:endParaRPr sz="1500">
              <a:solidFill>
                <a:srgbClr val="C5D6D6"/>
              </a:solidFill>
              <a:latin typeface="DM Sans"/>
              <a:ea typeface="DM Sans"/>
              <a:cs typeface="DM Sans"/>
              <a:sym typeface="DM Sans"/>
            </a:endParaRPr>
          </a:p>
          <a:p>
            <a:pPr indent="-182880" lvl="0" marL="182880" marR="0" rtl="0" algn="l">
              <a:lnSpc>
                <a:spcPct val="160000"/>
              </a:lnSpc>
              <a:spcBef>
                <a:spcPts val="0"/>
              </a:spcBef>
              <a:spcAft>
                <a:spcPts val="0"/>
              </a:spcAft>
              <a:buClr>
                <a:srgbClr val="C5D6D6"/>
              </a:buClr>
              <a:buSzPts val="1500"/>
              <a:buFont typeface="DM Sans"/>
              <a:buChar char="•"/>
            </a:pPr>
            <a:r>
              <a:rPr lang="en-US" sz="1500">
                <a:solidFill>
                  <a:srgbClr val="C5D6D6"/>
                </a:solidFill>
                <a:latin typeface="DM Sans"/>
                <a:ea typeface="DM Sans"/>
                <a:cs typeface="DM Sans"/>
                <a:sym typeface="DM Sans"/>
              </a:rPr>
              <a:t>Displays diary entries with date, title, and content.</a:t>
            </a:r>
            <a:endParaRPr sz="1500">
              <a:solidFill>
                <a:srgbClr val="C5D6D6"/>
              </a:solidFill>
              <a:latin typeface="DM Sans"/>
              <a:ea typeface="DM Sans"/>
              <a:cs typeface="DM Sans"/>
              <a:sym typeface="DM Sans"/>
            </a:endParaRPr>
          </a:p>
          <a:p>
            <a:pPr indent="0" lvl="0" marL="457200" marR="0" rtl="0" algn="l">
              <a:lnSpc>
                <a:spcPct val="160000"/>
              </a:lnSpc>
              <a:spcBef>
                <a:spcPts val="0"/>
              </a:spcBef>
              <a:spcAft>
                <a:spcPts val="0"/>
              </a:spcAft>
              <a:buNone/>
            </a:pPr>
            <a:r>
              <a:t/>
            </a:r>
            <a:endParaRPr sz="1500">
              <a:solidFill>
                <a:srgbClr val="C5D6D6"/>
              </a:solidFill>
              <a:latin typeface="DM Sans"/>
              <a:ea typeface="DM Sans"/>
              <a:cs typeface="DM Sans"/>
              <a:sym typeface="DM Sans"/>
            </a:endParaRPr>
          </a:p>
        </p:txBody>
      </p:sp>
      <p:sp>
        <p:nvSpPr>
          <p:cNvPr id="222" name="Google Shape;222;p11"/>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pic>
        <p:nvPicPr>
          <p:cNvPr id="223" name="Google Shape;223;p11" title="a_clean_flat_pastel_colored_flowchart_diagram_on.png"/>
          <p:cNvPicPr preferRelativeResize="0"/>
          <p:nvPr/>
        </p:nvPicPr>
        <p:blipFill rotWithShape="1">
          <a:blip r:embed="rId4">
            <a:alphaModFix/>
          </a:blip>
          <a:srcRect b="0" l="0" r="29913" t="0"/>
          <a:stretch/>
        </p:blipFill>
        <p:spPr>
          <a:xfrm>
            <a:off x="7420856" y="1688525"/>
            <a:ext cx="2855895" cy="4277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228" name="Shape 228"/>
        <p:cNvGrpSpPr/>
        <p:nvPr/>
      </p:nvGrpSpPr>
      <p:grpSpPr>
        <a:xfrm>
          <a:off x="0" y="0"/>
          <a:ext cx="0" cy="0"/>
          <a:chOff x="0" y="0"/>
          <a:chExt cx="0" cy="0"/>
        </a:xfrm>
      </p:grpSpPr>
      <p:sp>
        <p:nvSpPr>
          <p:cNvPr id="229" name="Google Shape;229;p12"/>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234" name="Google Shape;234;p12"/>
          <p:cNvPicPr preferRelativeResize="0"/>
          <p:nvPr/>
        </p:nvPicPr>
        <p:blipFill rotWithShape="1">
          <a:blip r:embed="rId3">
            <a:alphaModFix/>
          </a:blip>
          <a:srcRect b="0" l="12600" r="12600" t="0"/>
          <a:stretch/>
        </p:blipFill>
        <p:spPr>
          <a:xfrm>
            <a:off x="10388600" y="598200"/>
            <a:ext cx="965100" cy="965100"/>
          </a:xfrm>
          <a:prstGeom prst="ellipse">
            <a:avLst/>
          </a:prstGeom>
          <a:noFill/>
          <a:ln>
            <a:noFill/>
          </a:ln>
        </p:spPr>
      </p:pic>
      <p:sp>
        <p:nvSpPr>
          <p:cNvPr id="235" name="Google Shape;235;p12"/>
          <p:cNvSpPr/>
          <p:nvPr/>
        </p:nvSpPr>
        <p:spPr>
          <a:xfrm>
            <a:off x="10375850" y="58545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812800" y="952500"/>
            <a:ext cx="50800" cy="728861"/>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1041400" y="952500"/>
            <a:ext cx="54357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300"/>
              <a:buFont typeface="DM Sans"/>
              <a:buNone/>
            </a:pPr>
            <a:r>
              <a:rPr b="1" i="0" lang="en-US" sz="1300" u="none" cap="none" strike="noStrike">
                <a:solidFill>
                  <a:srgbClr val="F2A93B"/>
                </a:solidFill>
                <a:latin typeface="DM Sans"/>
                <a:ea typeface="DM Sans"/>
                <a:cs typeface="DM Sans"/>
                <a:sym typeface="DM Sans"/>
              </a:rPr>
              <a:t>MODULE 2 · ZARA </a:t>
            </a:r>
            <a:r>
              <a:rPr b="1" lang="en-US" sz="1300">
                <a:solidFill>
                  <a:srgbClr val="F2A93B"/>
                </a:solidFill>
                <a:latin typeface="DM Sans"/>
                <a:ea typeface="DM Sans"/>
                <a:cs typeface="DM Sans"/>
                <a:sym typeface="DM Sans"/>
              </a:rPr>
              <a:t>MAMNOON </a:t>
            </a:r>
            <a:endParaRPr b="0" i="0" sz="1300" u="none" cap="none" strike="noStrike">
              <a:solidFill>
                <a:schemeClr val="lt1"/>
              </a:solidFill>
              <a:latin typeface="DM Sans"/>
              <a:ea typeface="DM Sans"/>
              <a:cs typeface="DM Sans"/>
              <a:sym typeface="DM Sans"/>
            </a:endParaRPr>
          </a:p>
        </p:txBody>
      </p:sp>
      <p:sp>
        <p:nvSpPr>
          <p:cNvPr id="238" name="Google Shape;238;p12"/>
          <p:cNvSpPr txBox="1"/>
          <p:nvPr>
            <p:ph type="title"/>
          </p:nvPr>
        </p:nvSpPr>
        <p:spPr>
          <a:xfrm>
            <a:off x="1041400" y="1234380"/>
            <a:ext cx="1717477"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LOGIN</a:t>
            </a:r>
            <a:endParaRPr sz="3200"/>
          </a:p>
        </p:txBody>
      </p:sp>
      <p:sp>
        <p:nvSpPr>
          <p:cNvPr id="239" name="Google Shape;239;p12"/>
          <p:cNvSpPr/>
          <p:nvPr/>
        </p:nvSpPr>
        <p:spPr>
          <a:xfrm>
            <a:off x="815975" y="1938536"/>
            <a:ext cx="5245100" cy="3900289"/>
          </a:xfrm>
          <a:prstGeom prst="roundRect">
            <a:avLst>
              <a:gd fmla="val 2524"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1123950" y="2246489"/>
            <a:ext cx="4767900" cy="605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F6F5"/>
              </a:buClr>
              <a:buSzPts val="1700"/>
              <a:buFont typeface="DM Sans"/>
              <a:buNone/>
            </a:pPr>
            <a:r>
              <a:rPr lang="en-US" sz="1500">
                <a:solidFill>
                  <a:srgbClr val="F2F6F5"/>
                </a:solidFill>
                <a:latin typeface="DM Sans"/>
                <a:ea typeface="DM Sans"/>
                <a:cs typeface="DM Sans"/>
                <a:sym typeface="DM Sans"/>
              </a:rPr>
              <a:t>It manages access to the diary by checking whether the user knows the password</a:t>
            </a:r>
            <a:endParaRPr b="0" i="0" sz="1500" u="none" cap="none" strike="noStrike">
              <a:solidFill>
                <a:schemeClr val="lt1"/>
              </a:solidFill>
              <a:latin typeface="DM Sans"/>
              <a:ea typeface="DM Sans"/>
              <a:cs typeface="DM Sans"/>
              <a:sym typeface="DM Sans"/>
            </a:endParaRPr>
          </a:p>
        </p:txBody>
      </p:sp>
      <p:sp>
        <p:nvSpPr>
          <p:cNvPr id="241" name="Google Shape;241;p12"/>
          <p:cNvSpPr/>
          <p:nvPr/>
        </p:nvSpPr>
        <p:spPr>
          <a:xfrm>
            <a:off x="1144275" y="2701114"/>
            <a:ext cx="4741500" cy="2586300"/>
          </a:xfrm>
          <a:prstGeom prst="rect">
            <a:avLst/>
          </a:prstGeom>
          <a:noFill/>
          <a:ln>
            <a:noFill/>
          </a:ln>
        </p:spPr>
        <p:txBody>
          <a:bodyPr anchorCtr="0" anchor="t" bIns="0" lIns="0" spcFirstLastPara="1" rIns="0" wrap="square" tIns="0">
            <a:noAutofit/>
          </a:bodyPr>
          <a:lstStyle/>
          <a:p>
            <a:pPr indent="0" lvl="0" marL="457200" marR="0" rtl="0" algn="l">
              <a:lnSpc>
                <a:spcPct val="160000"/>
              </a:lnSpc>
              <a:spcBef>
                <a:spcPts val="0"/>
              </a:spcBef>
              <a:spcAft>
                <a:spcPts val="0"/>
              </a:spcAft>
              <a:buNone/>
            </a:pPr>
            <a:r>
              <a:t/>
            </a:r>
            <a:endParaRPr sz="1500">
              <a:solidFill>
                <a:srgbClr val="C5D6D6"/>
              </a:solidFill>
              <a:latin typeface="DM Sans"/>
              <a:ea typeface="DM Sans"/>
              <a:cs typeface="DM Sans"/>
              <a:sym typeface="DM Sans"/>
            </a:endParaRPr>
          </a:p>
        </p:txBody>
      </p:sp>
      <p:sp>
        <p:nvSpPr>
          <p:cNvPr id="242" name="Google Shape;242;p12"/>
          <p:cNvSpPr/>
          <p:nvPr/>
        </p:nvSpPr>
        <p:spPr>
          <a:xfrm>
            <a:off x="6324600" y="1941701"/>
            <a:ext cx="5048100" cy="2139300"/>
          </a:xfrm>
          <a:prstGeom prst="roundRect">
            <a:avLst>
              <a:gd fmla="val 2446" name="adj"/>
            </a:avLst>
          </a:prstGeom>
          <a:noFill/>
          <a:ln cap="flat" cmpd="sng" w="12700">
            <a:solidFill>
              <a:srgbClr val="3C8A9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
        <p:nvSpPr>
          <p:cNvPr id="244" name="Google Shape;244;p12"/>
          <p:cNvSpPr/>
          <p:nvPr/>
        </p:nvSpPr>
        <p:spPr>
          <a:xfrm>
            <a:off x="1123875" y="3042052"/>
            <a:ext cx="4629300" cy="1038900"/>
          </a:xfrm>
          <a:prstGeom prst="roundRect">
            <a:avLst>
              <a:gd fmla="val 9780" name="adj"/>
            </a:avLst>
          </a:prstGeom>
          <a:solidFill>
            <a:srgbClr val="0B3B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1123875" y="4251702"/>
            <a:ext cx="4629300" cy="1038900"/>
          </a:xfrm>
          <a:prstGeom prst="roundRect">
            <a:avLst>
              <a:gd fmla="val 9780" name="adj"/>
            </a:avLst>
          </a:prstGeom>
          <a:solidFill>
            <a:srgbClr val="0B3B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246" name="Google Shape;246;p12"/>
          <p:cNvPicPr preferRelativeResize="0"/>
          <p:nvPr/>
        </p:nvPicPr>
        <p:blipFill rotWithShape="1">
          <a:blip r:embed="rId4">
            <a:alphaModFix/>
          </a:blip>
          <a:srcRect b="0" l="-302" r="-312" t="0"/>
          <a:stretch/>
        </p:blipFill>
        <p:spPr>
          <a:xfrm>
            <a:off x="1301750" y="3344962"/>
            <a:ext cx="293886" cy="355600"/>
          </a:xfrm>
          <a:prstGeom prst="rect">
            <a:avLst/>
          </a:prstGeom>
          <a:noFill/>
          <a:ln>
            <a:noFill/>
          </a:ln>
        </p:spPr>
      </p:pic>
      <p:pic>
        <p:nvPicPr>
          <p:cNvPr descr="Clock" id="247" name="Google Shape;247;p12"/>
          <p:cNvPicPr preferRelativeResize="0"/>
          <p:nvPr/>
        </p:nvPicPr>
        <p:blipFill rotWithShape="1">
          <a:blip r:embed="rId5">
            <a:alphaModFix/>
          </a:blip>
          <a:srcRect b="-454" l="0" r="0" t="-454"/>
          <a:stretch/>
        </p:blipFill>
        <p:spPr>
          <a:xfrm>
            <a:off x="1314450" y="4548882"/>
            <a:ext cx="339824" cy="355600"/>
          </a:xfrm>
          <a:prstGeom prst="rect">
            <a:avLst/>
          </a:prstGeom>
          <a:noFill/>
          <a:ln>
            <a:noFill/>
          </a:ln>
        </p:spPr>
      </p:pic>
      <p:sp>
        <p:nvSpPr>
          <p:cNvPr id="248" name="Google Shape;248;p12"/>
          <p:cNvSpPr txBox="1"/>
          <p:nvPr/>
        </p:nvSpPr>
        <p:spPr>
          <a:xfrm>
            <a:off x="1654275" y="3071442"/>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1200">
                <a:solidFill>
                  <a:schemeClr val="accent6"/>
                </a:solidFill>
                <a:latin typeface="DM Sans"/>
                <a:ea typeface="DM Sans"/>
                <a:cs typeface="DM Sans"/>
                <a:sym typeface="DM Sans"/>
              </a:rPr>
              <a:t>DONE</a:t>
            </a:r>
            <a:endParaRPr sz="1200">
              <a:solidFill>
                <a:schemeClr val="lt1"/>
              </a:solidFill>
              <a:latin typeface="DM Sans"/>
              <a:ea typeface="DM Sans"/>
              <a:cs typeface="DM Sans"/>
              <a:sym typeface="DM Sans"/>
            </a:endParaRPr>
          </a:p>
        </p:txBody>
      </p:sp>
      <p:sp>
        <p:nvSpPr>
          <p:cNvPr id="249" name="Google Shape;249;p12"/>
          <p:cNvSpPr txBox="1"/>
          <p:nvPr/>
        </p:nvSpPr>
        <p:spPr>
          <a:xfrm>
            <a:off x="1654275" y="3294600"/>
            <a:ext cx="3894900" cy="7158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US" sz="1500">
                <a:solidFill>
                  <a:srgbClr val="F2F6F5"/>
                </a:solidFill>
                <a:latin typeface="DM Sans"/>
                <a:ea typeface="DM Sans"/>
                <a:cs typeface="DM Sans"/>
                <a:sym typeface="DM Sans"/>
              </a:rPr>
              <a:t>Designing the serial of functions &amp; writing password into the file</a:t>
            </a:r>
            <a:endParaRPr sz="1500">
              <a:solidFill>
                <a:schemeClr val="lt1"/>
              </a:solidFill>
              <a:latin typeface="DM Sans"/>
              <a:ea typeface="DM Sans"/>
              <a:cs typeface="DM Sans"/>
              <a:sym typeface="DM Sans"/>
            </a:endParaRPr>
          </a:p>
        </p:txBody>
      </p:sp>
      <p:sp>
        <p:nvSpPr>
          <p:cNvPr id="250" name="Google Shape;250;p12"/>
          <p:cNvSpPr/>
          <p:nvPr/>
        </p:nvSpPr>
        <p:spPr>
          <a:xfrm>
            <a:off x="1781274" y="4359672"/>
            <a:ext cx="3894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PENDING</a:t>
            </a:r>
            <a:endParaRPr b="0" i="0" sz="1200" u="none" cap="none" strike="noStrike">
              <a:solidFill>
                <a:schemeClr val="lt1"/>
              </a:solidFill>
              <a:latin typeface="DM Sans"/>
              <a:ea typeface="DM Sans"/>
              <a:cs typeface="DM Sans"/>
              <a:sym typeface="DM Sans"/>
            </a:endParaRPr>
          </a:p>
        </p:txBody>
      </p:sp>
      <p:sp>
        <p:nvSpPr>
          <p:cNvPr id="251" name="Google Shape;251;p12"/>
          <p:cNvSpPr txBox="1"/>
          <p:nvPr/>
        </p:nvSpPr>
        <p:spPr>
          <a:xfrm>
            <a:off x="1654275" y="4481625"/>
            <a:ext cx="3894900" cy="7158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en-US" sz="1500">
                <a:solidFill>
                  <a:srgbClr val="F2F6F5"/>
                </a:solidFill>
                <a:latin typeface="DM Sans"/>
                <a:ea typeface="DM Sans"/>
                <a:cs typeface="DM Sans"/>
                <a:sym typeface="DM Sans"/>
              </a:rPr>
              <a:t>Load password, check if logged in, set new </a:t>
            </a:r>
            <a:r>
              <a:rPr lang="en-US" sz="1500">
                <a:solidFill>
                  <a:srgbClr val="F2F6F5"/>
                </a:solidFill>
                <a:latin typeface="DM Sans"/>
                <a:ea typeface="DM Sans"/>
                <a:cs typeface="DM Sans"/>
                <a:sym typeface="DM Sans"/>
              </a:rPr>
              <a:t>password</a:t>
            </a:r>
            <a:r>
              <a:rPr lang="en-US" sz="1500">
                <a:solidFill>
                  <a:srgbClr val="F2F6F5"/>
                </a:solidFill>
                <a:latin typeface="DM Sans"/>
                <a:ea typeface="DM Sans"/>
                <a:cs typeface="DM Sans"/>
                <a:sym typeface="DM Sans"/>
              </a:rPr>
              <a:t>, change password</a:t>
            </a:r>
            <a:endParaRPr sz="1500">
              <a:solidFill>
                <a:schemeClr val="lt1"/>
              </a:solidFill>
              <a:latin typeface="DM Sans"/>
              <a:ea typeface="DM Sans"/>
              <a:cs typeface="DM Sans"/>
              <a:sym typeface="DM Sans"/>
            </a:endParaRPr>
          </a:p>
        </p:txBody>
      </p:sp>
      <p:pic>
        <p:nvPicPr>
          <p:cNvPr id="252" name="Google Shape;252;p12" title="Screenshot 2026-10-23 at 9.42.18 PM.png"/>
          <p:cNvPicPr preferRelativeResize="0"/>
          <p:nvPr/>
        </p:nvPicPr>
        <p:blipFill rotWithShape="1">
          <a:blip r:embed="rId6">
            <a:alphaModFix/>
          </a:blip>
          <a:srcRect b="14457" l="0" r="0" t="0"/>
          <a:stretch/>
        </p:blipFill>
        <p:spPr>
          <a:xfrm>
            <a:off x="6324600" y="1941700"/>
            <a:ext cx="5054599" cy="2139250"/>
          </a:xfrm>
          <a:prstGeom prst="rect">
            <a:avLst/>
          </a:prstGeom>
          <a:noFill/>
          <a:ln>
            <a:noFill/>
          </a:ln>
        </p:spPr>
      </p:pic>
      <p:pic>
        <p:nvPicPr>
          <p:cNvPr id="253" name="Google Shape;253;p12" title="Screenshot 2026-10-23 at 9.46.27 PM.png"/>
          <p:cNvPicPr preferRelativeResize="0"/>
          <p:nvPr/>
        </p:nvPicPr>
        <p:blipFill>
          <a:blip r:embed="rId7">
            <a:alphaModFix/>
          </a:blip>
          <a:stretch>
            <a:fillRect/>
          </a:stretch>
        </p:blipFill>
        <p:spPr>
          <a:xfrm>
            <a:off x="6324600" y="4322148"/>
            <a:ext cx="5054602" cy="15326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258" name="Shape 258"/>
        <p:cNvGrpSpPr/>
        <p:nvPr/>
      </p:nvGrpSpPr>
      <p:grpSpPr>
        <a:xfrm>
          <a:off x="0" y="0"/>
          <a:ext cx="0" cy="0"/>
          <a:chOff x="0" y="0"/>
          <a:chExt cx="0" cy="0"/>
        </a:xfrm>
      </p:grpSpPr>
      <p:sp>
        <p:nvSpPr>
          <p:cNvPr id="259" name="Google Shape;259;p13"/>
          <p:cNvSpPr/>
          <p:nvPr/>
        </p:nvSpPr>
        <p:spPr>
          <a:xfrm>
            <a:off x="0" y="0"/>
            <a:ext cx="12192000" cy="6858000"/>
          </a:xfrm>
          <a:prstGeom prst="rect">
            <a:avLst/>
          </a:prstGeom>
          <a:gradFill>
            <a:gsLst>
              <a:gs pos="0">
                <a:srgbClr val="06202A"/>
              </a:gs>
              <a:gs pos="100000">
                <a:srgbClr val="0B3B43"/>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0" y="0"/>
            <a:ext cx="12192000" cy="507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812800" y="6096000"/>
            <a:ext cx="10566300" cy="126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0" y="-700"/>
            <a:ext cx="12374400" cy="6858000"/>
          </a:xfrm>
          <a:prstGeom prst="rect">
            <a:avLst/>
          </a:prstGeom>
          <a:gradFill>
            <a:gsLst>
              <a:gs pos="0">
                <a:srgbClr val="06202A"/>
              </a:gs>
              <a:gs pos="100000">
                <a:srgbClr val="0B3B43"/>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p:nvPr/>
        </p:nvSpPr>
        <p:spPr>
          <a:xfrm flipH="1" rot="10800000">
            <a:off x="0" y="-8029"/>
            <a:ext cx="12192000" cy="126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676100" y="6340825"/>
            <a:ext cx="10703100" cy="126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812800" y="330200"/>
            <a:ext cx="45783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rgbClr val="FAF9F5"/>
              </a:solidFill>
              <a:latin typeface="DM Sans"/>
              <a:ea typeface="DM Sans"/>
              <a:cs typeface="DM Sans"/>
              <a:sym typeface="DM Sans"/>
            </a:endParaRPr>
          </a:p>
        </p:txBody>
      </p:sp>
      <p:pic>
        <p:nvPicPr>
          <p:cNvPr descr="North South University logo" id="267" name="Google Shape;267;p13"/>
          <p:cNvPicPr preferRelativeResize="0"/>
          <p:nvPr/>
        </p:nvPicPr>
        <p:blipFill rotWithShape="1">
          <a:blip r:embed="rId3">
            <a:alphaModFix/>
          </a:blip>
          <a:srcRect b="0" l="12596" r="12604" t="0"/>
          <a:stretch/>
        </p:blipFill>
        <p:spPr>
          <a:xfrm>
            <a:off x="10493925" y="108350"/>
            <a:ext cx="1000500" cy="975300"/>
          </a:xfrm>
          <a:prstGeom prst="ellipse">
            <a:avLst/>
          </a:prstGeom>
          <a:noFill/>
          <a:ln>
            <a:noFill/>
          </a:ln>
        </p:spPr>
      </p:pic>
      <p:sp>
        <p:nvSpPr>
          <p:cNvPr id="268" name="Google Shape;268;p13"/>
          <p:cNvSpPr/>
          <p:nvPr/>
        </p:nvSpPr>
        <p:spPr>
          <a:xfrm>
            <a:off x="763550" y="715900"/>
            <a:ext cx="85026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300"/>
              <a:buFont typeface="DM Sans"/>
              <a:buNone/>
            </a:pPr>
            <a:r>
              <a:rPr b="1" i="0" lang="en-US" sz="1300" u="none" cap="none" strike="noStrike">
                <a:solidFill>
                  <a:srgbClr val="F2A93B"/>
                </a:solidFill>
                <a:latin typeface="DM Sans"/>
                <a:ea typeface="DM Sans"/>
                <a:cs typeface="DM Sans"/>
                <a:sym typeface="DM Sans"/>
              </a:rPr>
              <a:t>MODULE 3 · JINNAT JAHAN JUTHI</a:t>
            </a:r>
            <a:endParaRPr b="0" i="0" sz="1300" u="none" cap="none" strike="noStrike">
              <a:solidFill>
                <a:srgbClr val="FAF9F5"/>
              </a:solidFill>
              <a:latin typeface="DM Sans"/>
              <a:ea typeface="DM Sans"/>
              <a:cs typeface="DM Sans"/>
              <a:sym typeface="DM Sans"/>
            </a:endParaRPr>
          </a:p>
        </p:txBody>
      </p:sp>
      <p:sp>
        <p:nvSpPr>
          <p:cNvPr id="269" name="Google Shape;269;p13"/>
          <p:cNvSpPr txBox="1"/>
          <p:nvPr/>
        </p:nvSpPr>
        <p:spPr>
          <a:xfrm>
            <a:off x="763550" y="964600"/>
            <a:ext cx="3476700" cy="274200"/>
          </a:xfrm>
          <a:prstGeom prst="rect">
            <a:avLst/>
          </a:prstGeom>
          <a:noFill/>
          <a:ln>
            <a:noFill/>
          </a:ln>
        </p:spPr>
        <p:txBody>
          <a:bodyPr anchorCtr="0" anchor="t" bIns="0" lIns="0" spcFirstLastPara="1" rIns="0" wrap="square" tIns="0">
            <a:normAutofit fontScale="47500" lnSpcReduction="20000"/>
          </a:bodyPr>
          <a:lstStyle/>
          <a:p>
            <a:pPr indent="0" lvl="0" marL="0" rtl="0" algn="l">
              <a:lnSpc>
                <a:spcPct val="110000"/>
              </a:lnSpc>
              <a:spcBef>
                <a:spcPts val="0"/>
              </a:spcBef>
              <a:spcAft>
                <a:spcPts val="0"/>
              </a:spcAft>
              <a:buNone/>
            </a:pPr>
            <a:r>
              <a:rPr b="1" lang="en-US" sz="3800">
                <a:solidFill>
                  <a:srgbClr val="F2F6F5"/>
                </a:solidFill>
                <a:latin typeface="Montserrat"/>
                <a:ea typeface="Montserrat"/>
                <a:cs typeface="Montserrat"/>
                <a:sym typeface="Montserrat"/>
              </a:rPr>
              <a:t>ADD ENTRY AND VIEW</a:t>
            </a:r>
            <a:endParaRPr sz="3800">
              <a:solidFill>
                <a:srgbClr val="F2F6F5"/>
              </a:solidFill>
              <a:latin typeface="Montserrat"/>
              <a:ea typeface="Montserrat"/>
              <a:cs typeface="Montserrat"/>
              <a:sym typeface="Montserrat"/>
            </a:endParaRPr>
          </a:p>
        </p:txBody>
      </p:sp>
      <p:sp>
        <p:nvSpPr>
          <p:cNvPr id="270" name="Google Shape;270;p13"/>
          <p:cNvSpPr/>
          <p:nvPr/>
        </p:nvSpPr>
        <p:spPr>
          <a:xfrm>
            <a:off x="637775" y="1450225"/>
            <a:ext cx="92601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400"/>
              <a:buFont typeface="DM Sans"/>
              <a:buNone/>
            </a:pPr>
            <a:r>
              <a:rPr b="0" i="0" lang="en-US" sz="1400" u="none" cap="none" strike="noStrike">
                <a:solidFill>
                  <a:srgbClr val="C5D6D6"/>
                </a:solidFill>
                <a:latin typeface="DM Sans"/>
                <a:ea typeface="DM Sans"/>
                <a:cs typeface="DM Sans"/>
                <a:sym typeface="DM Sans"/>
              </a:rPr>
              <a:t>Add Entry is done. View Entries is still pending.</a:t>
            </a:r>
            <a:endParaRPr b="0" i="0" sz="1400" u="none" cap="none" strike="noStrike">
              <a:solidFill>
                <a:srgbClr val="FAF9F5"/>
              </a:solidFill>
              <a:latin typeface="DM Sans"/>
              <a:ea typeface="DM Sans"/>
              <a:cs typeface="DM Sans"/>
              <a:sym typeface="DM Sans"/>
            </a:endParaRPr>
          </a:p>
        </p:txBody>
      </p:sp>
      <p:sp>
        <p:nvSpPr>
          <p:cNvPr id="271" name="Google Shape;271;p13"/>
          <p:cNvSpPr/>
          <p:nvPr/>
        </p:nvSpPr>
        <p:spPr>
          <a:xfrm>
            <a:off x="377325" y="1935838"/>
            <a:ext cx="5530800" cy="1917600"/>
          </a:xfrm>
          <a:prstGeom prst="roundRect">
            <a:avLst>
              <a:gd fmla="val 3146" name="adj"/>
            </a:avLst>
          </a:prstGeom>
          <a:solidFill>
            <a:srgbClr val="0E3F47"/>
          </a:solidFill>
          <a:ln cap="flat" cmpd="sng" w="9525">
            <a:solidFill>
              <a:srgbClr val="1E6A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lus icon for Add Entry" id="272" name="Google Shape;272;p13"/>
          <p:cNvPicPr preferRelativeResize="0"/>
          <p:nvPr/>
        </p:nvPicPr>
        <p:blipFill rotWithShape="1">
          <a:blip r:embed="rId4">
            <a:alphaModFix/>
          </a:blip>
          <a:srcRect b="0" l="0" r="0" t="0"/>
          <a:stretch/>
        </p:blipFill>
        <p:spPr>
          <a:xfrm>
            <a:off x="1047750" y="2114550"/>
            <a:ext cx="406400" cy="406400"/>
          </a:xfrm>
          <a:prstGeom prst="rect">
            <a:avLst/>
          </a:prstGeom>
          <a:noFill/>
          <a:ln>
            <a:noFill/>
          </a:ln>
        </p:spPr>
      </p:pic>
      <p:sp>
        <p:nvSpPr>
          <p:cNvPr id="273" name="Google Shape;273;p13"/>
          <p:cNvSpPr/>
          <p:nvPr/>
        </p:nvSpPr>
        <p:spPr>
          <a:xfrm>
            <a:off x="1581150" y="2180630"/>
            <a:ext cx="14418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800"/>
              <a:buFont typeface="Montserrat"/>
              <a:buNone/>
            </a:pPr>
            <a:r>
              <a:rPr b="1" i="0" lang="en-US" sz="1800" u="none" cap="none" strike="noStrike">
                <a:solidFill>
                  <a:srgbClr val="F2F6F5"/>
                </a:solidFill>
                <a:latin typeface="Montserrat"/>
                <a:ea typeface="Montserrat"/>
                <a:cs typeface="Montserrat"/>
                <a:sym typeface="Montserrat"/>
              </a:rPr>
              <a:t>Add Entry</a:t>
            </a:r>
            <a:endParaRPr b="0" i="0" sz="1800" u="none" cap="none" strike="noStrike">
              <a:solidFill>
                <a:srgbClr val="FAF9F5"/>
              </a:solidFill>
              <a:latin typeface="DM Sans"/>
              <a:ea typeface="DM Sans"/>
              <a:cs typeface="DM Sans"/>
              <a:sym typeface="DM Sans"/>
            </a:endParaRPr>
          </a:p>
        </p:txBody>
      </p:sp>
      <p:sp>
        <p:nvSpPr>
          <p:cNvPr id="274" name="Google Shape;274;p13"/>
          <p:cNvSpPr/>
          <p:nvPr/>
        </p:nvSpPr>
        <p:spPr>
          <a:xfrm>
            <a:off x="4977850" y="2040275"/>
            <a:ext cx="796200" cy="302100"/>
          </a:xfrm>
          <a:prstGeom prst="roundRect">
            <a:avLst>
              <a:gd fmla="val 10506" name="adj"/>
            </a:avLst>
          </a:prstGeom>
          <a:noFill/>
          <a:ln cap="flat" cmpd="sng" w="12700">
            <a:solidFill>
              <a:srgbClr val="8EE3B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8EE3B0"/>
              </a:buClr>
              <a:buSzPts val="1200"/>
              <a:buFont typeface="DM Sans"/>
              <a:buNone/>
            </a:pPr>
            <a:r>
              <a:rPr b="1" i="0" lang="en-US" sz="1200" u="none" cap="none" strike="noStrike">
                <a:solidFill>
                  <a:srgbClr val="8EE3B0"/>
                </a:solidFill>
                <a:latin typeface="DM Sans"/>
                <a:ea typeface="DM Sans"/>
                <a:cs typeface="DM Sans"/>
                <a:sym typeface="DM Sans"/>
              </a:rPr>
              <a:t>DONE</a:t>
            </a:r>
            <a:endParaRPr b="0" i="0" sz="1200" u="none" cap="none" strike="noStrike">
              <a:solidFill>
                <a:srgbClr val="FAF9F5"/>
              </a:solidFill>
              <a:latin typeface="DM Sans"/>
              <a:ea typeface="DM Sans"/>
              <a:cs typeface="DM Sans"/>
              <a:sym typeface="DM Sans"/>
            </a:endParaRPr>
          </a:p>
        </p:txBody>
      </p:sp>
      <p:sp>
        <p:nvSpPr>
          <p:cNvPr id="275" name="Google Shape;275;p13"/>
          <p:cNvSpPr/>
          <p:nvPr/>
        </p:nvSpPr>
        <p:spPr>
          <a:xfrm>
            <a:off x="1047750" y="2584450"/>
            <a:ext cx="5219400" cy="24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Lets the user write a new entry and save it.</a:t>
            </a:r>
            <a:endParaRPr b="0" i="0" sz="1300" u="none" cap="none" strike="noStrike">
              <a:solidFill>
                <a:srgbClr val="FAF9F5"/>
              </a:solidFill>
              <a:latin typeface="DM Sans"/>
              <a:ea typeface="DM Sans"/>
              <a:cs typeface="DM Sans"/>
              <a:sym typeface="DM Sans"/>
            </a:endParaRPr>
          </a:p>
        </p:txBody>
      </p:sp>
      <p:sp>
        <p:nvSpPr>
          <p:cNvPr id="276" name="Google Shape;276;p13"/>
          <p:cNvSpPr/>
          <p:nvPr/>
        </p:nvSpPr>
        <p:spPr>
          <a:xfrm>
            <a:off x="1047750" y="2969816"/>
            <a:ext cx="63600" cy="63600"/>
          </a:xfrm>
          <a:prstGeom prst="rect">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p:nvPr/>
        </p:nvSpPr>
        <p:spPr>
          <a:xfrm>
            <a:off x="1212850" y="2894310"/>
            <a:ext cx="3476700" cy="24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300"/>
              <a:buFont typeface="DM Sans"/>
              <a:buNone/>
            </a:pPr>
            <a:r>
              <a:rPr b="0" i="0" lang="en-US" sz="1300" u="none" cap="none" strike="noStrike">
                <a:solidFill>
                  <a:srgbClr val="F2F6F5"/>
                </a:solidFill>
                <a:latin typeface="DM Sans"/>
                <a:ea typeface="DM Sans"/>
                <a:cs typeface="DM Sans"/>
                <a:sym typeface="DM Sans"/>
              </a:rPr>
              <a:t>Takes title and content, adds the date</a:t>
            </a:r>
            <a:endParaRPr b="0" i="0" sz="1300" u="none" cap="none" strike="noStrike">
              <a:solidFill>
                <a:srgbClr val="FAF9F5"/>
              </a:solidFill>
              <a:latin typeface="DM Sans"/>
              <a:ea typeface="DM Sans"/>
              <a:cs typeface="DM Sans"/>
              <a:sym typeface="DM Sans"/>
            </a:endParaRPr>
          </a:p>
        </p:txBody>
      </p:sp>
      <p:cxnSp>
        <p:nvCxnSpPr>
          <p:cNvPr id="278" name="Google Shape;278;p13"/>
          <p:cNvCxnSpPr/>
          <p:nvPr/>
        </p:nvCxnSpPr>
        <p:spPr>
          <a:xfrm>
            <a:off x="609075" y="3138645"/>
            <a:ext cx="5067300" cy="0"/>
          </a:xfrm>
          <a:prstGeom prst="straightConnector1">
            <a:avLst/>
          </a:prstGeom>
          <a:noFill/>
          <a:ln cap="flat" cmpd="sng" w="9525">
            <a:solidFill>
              <a:srgbClr val="1E6A77"/>
            </a:solidFill>
            <a:prstDash val="solid"/>
            <a:round/>
            <a:headEnd len="sm" w="sm" type="none"/>
            <a:tailEnd len="sm" w="sm" type="none"/>
          </a:ln>
        </p:spPr>
      </p:cxnSp>
      <p:sp>
        <p:nvSpPr>
          <p:cNvPr id="279" name="Google Shape;279;p13"/>
          <p:cNvSpPr/>
          <p:nvPr/>
        </p:nvSpPr>
        <p:spPr>
          <a:xfrm>
            <a:off x="1047750" y="3254276"/>
            <a:ext cx="63600" cy="63600"/>
          </a:xfrm>
          <a:prstGeom prst="rect">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3"/>
          <p:cNvSpPr/>
          <p:nvPr/>
        </p:nvSpPr>
        <p:spPr>
          <a:xfrm>
            <a:off x="1212850" y="3178770"/>
            <a:ext cx="3605400" cy="24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300"/>
              <a:buFont typeface="DM Sans"/>
              <a:buNone/>
            </a:pPr>
            <a:r>
              <a:rPr b="0" i="0" lang="en-US" sz="1300" u="none" cap="none" strike="noStrike">
                <a:solidFill>
                  <a:srgbClr val="F2F6F5"/>
                </a:solidFill>
                <a:latin typeface="DM Sans"/>
                <a:ea typeface="DM Sans"/>
                <a:cs typeface="DM Sans"/>
                <a:sym typeface="DM Sans"/>
              </a:rPr>
              <a:t>Encrypts and saves the entry to the file</a:t>
            </a:r>
            <a:endParaRPr b="0" i="0" sz="1300" u="none" cap="none" strike="noStrike">
              <a:solidFill>
                <a:srgbClr val="FAF9F5"/>
              </a:solidFill>
              <a:latin typeface="DM Sans"/>
              <a:ea typeface="DM Sans"/>
              <a:cs typeface="DM Sans"/>
              <a:sym typeface="DM Sans"/>
            </a:endParaRPr>
          </a:p>
        </p:txBody>
      </p:sp>
      <p:cxnSp>
        <p:nvCxnSpPr>
          <p:cNvPr id="281" name="Google Shape;281;p13"/>
          <p:cNvCxnSpPr/>
          <p:nvPr/>
        </p:nvCxnSpPr>
        <p:spPr>
          <a:xfrm>
            <a:off x="609075" y="3413155"/>
            <a:ext cx="5067300" cy="0"/>
          </a:xfrm>
          <a:prstGeom prst="straightConnector1">
            <a:avLst/>
          </a:prstGeom>
          <a:noFill/>
          <a:ln cap="flat" cmpd="sng" w="9525">
            <a:solidFill>
              <a:srgbClr val="1E6A77"/>
            </a:solidFill>
            <a:prstDash val="solid"/>
            <a:round/>
            <a:headEnd len="sm" w="sm" type="none"/>
            <a:tailEnd len="sm" w="sm" type="none"/>
          </a:ln>
        </p:spPr>
      </p:cxnSp>
      <p:sp>
        <p:nvSpPr>
          <p:cNvPr id="282" name="Google Shape;282;p13"/>
          <p:cNvSpPr/>
          <p:nvPr/>
        </p:nvSpPr>
        <p:spPr>
          <a:xfrm>
            <a:off x="1047750" y="3538736"/>
            <a:ext cx="63600" cy="63600"/>
          </a:xfrm>
          <a:prstGeom prst="rect">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p:nvPr/>
        </p:nvSpPr>
        <p:spPr>
          <a:xfrm>
            <a:off x="1089450" y="3473950"/>
            <a:ext cx="2787300" cy="24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300"/>
              <a:buFont typeface="DM Sans"/>
              <a:buNone/>
            </a:pPr>
            <a:r>
              <a:rPr lang="en-US" sz="1300">
                <a:solidFill>
                  <a:srgbClr val="F2F6F5"/>
                </a:solidFill>
                <a:latin typeface="DM Sans"/>
                <a:ea typeface="DM Sans"/>
                <a:cs typeface="DM Sans"/>
                <a:sym typeface="DM Sans"/>
              </a:rPr>
              <a:t>  S</a:t>
            </a:r>
            <a:r>
              <a:rPr b="0" i="0" lang="en-US" sz="1300" u="none" cap="none" strike="noStrike">
                <a:solidFill>
                  <a:srgbClr val="F2F6F5"/>
                </a:solidFill>
                <a:latin typeface="DM Sans"/>
                <a:ea typeface="DM Sans"/>
                <a:cs typeface="DM Sans"/>
                <a:sym typeface="DM Sans"/>
              </a:rPr>
              <a:t>hows a success message</a:t>
            </a:r>
            <a:endParaRPr b="0" i="0" sz="1300" u="none" cap="none" strike="noStrike">
              <a:solidFill>
                <a:srgbClr val="FAF9F5"/>
              </a:solidFill>
              <a:latin typeface="DM Sans"/>
              <a:ea typeface="DM Sans"/>
              <a:cs typeface="DM Sans"/>
              <a:sym typeface="DM Sans"/>
            </a:endParaRPr>
          </a:p>
        </p:txBody>
      </p:sp>
      <p:sp>
        <p:nvSpPr>
          <p:cNvPr id="284" name="Google Shape;284;p13"/>
          <p:cNvSpPr/>
          <p:nvPr/>
        </p:nvSpPr>
        <p:spPr>
          <a:xfrm>
            <a:off x="377325" y="4015913"/>
            <a:ext cx="5530800" cy="1917600"/>
          </a:xfrm>
          <a:prstGeom prst="roundRect">
            <a:avLst>
              <a:gd fmla="val 3146" name="adj"/>
            </a:avLst>
          </a:prstGeom>
          <a:solidFill>
            <a:srgbClr val="0E3F47"/>
          </a:solidFill>
          <a:ln cap="flat" cmpd="sng" w="9525">
            <a:solidFill>
              <a:srgbClr val="1E6A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ye icon for View Entries" id="285" name="Google Shape;285;p13"/>
          <p:cNvPicPr preferRelativeResize="0"/>
          <p:nvPr/>
        </p:nvPicPr>
        <p:blipFill rotWithShape="1">
          <a:blip r:embed="rId5">
            <a:alphaModFix/>
          </a:blip>
          <a:srcRect b="0" l="0" r="0" t="0"/>
          <a:stretch/>
        </p:blipFill>
        <p:spPr>
          <a:xfrm>
            <a:off x="1047750" y="4191000"/>
            <a:ext cx="406400" cy="406400"/>
          </a:xfrm>
          <a:prstGeom prst="rect">
            <a:avLst/>
          </a:prstGeom>
          <a:noFill/>
          <a:ln>
            <a:noFill/>
          </a:ln>
        </p:spPr>
      </p:pic>
      <p:sp>
        <p:nvSpPr>
          <p:cNvPr id="286" name="Google Shape;286;p13"/>
          <p:cNvSpPr/>
          <p:nvPr/>
        </p:nvSpPr>
        <p:spPr>
          <a:xfrm>
            <a:off x="1581150" y="4257080"/>
            <a:ext cx="18021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800"/>
              <a:buFont typeface="Montserrat"/>
              <a:buNone/>
            </a:pPr>
            <a:r>
              <a:rPr b="1" i="0" lang="en-US" sz="1800" u="none" cap="none" strike="noStrike">
                <a:solidFill>
                  <a:srgbClr val="F2F6F5"/>
                </a:solidFill>
                <a:latin typeface="Montserrat"/>
                <a:ea typeface="Montserrat"/>
                <a:cs typeface="Montserrat"/>
                <a:sym typeface="Montserrat"/>
              </a:rPr>
              <a:t>View Entries</a:t>
            </a:r>
            <a:endParaRPr b="0" i="0" sz="1800" u="none" cap="none" strike="noStrike">
              <a:solidFill>
                <a:srgbClr val="FAF9F5"/>
              </a:solidFill>
              <a:latin typeface="DM Sans"/>
              <a:ea typeface="DM Sans"/>
              <a:cs typeface="DM Sans"/>
              <a:sym typeface="DM Sans"/>
            </a:endParaRPr>
          </a:p>
        </p:txBody>
      </p:sp>
      <p:sp>
        <p:nvSpPr>
          <p:cNvPr id="287" name="Google Shape;287;p13"/>
          <p:cNvSpPr/>
          <p:nvPr/>
        </p:nvSpPr>
        <p:spPr>
          <a:xfrm>
            <a:off x="4902250" y="4106123"/>
            <a:ext cx="871800" cy="256500"/>
          </a:xfrm>
          <a:prstGeom prst="roundRect">
            <a:avLst>
              <a:gd fmla="val 10506" name="adj"/>
            </a:avLst>
          </a:prstGeom>
          <a:noFill/>
          <a:ln cap="flat" cmpd="sng" w="12700">
            <a:solidFill>
              <a:srgbClr val="F2A93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PENDING</a:t>
            </a:r>
            <a:endParaRPr b="0" i="0" sz="1200" u="none" cap="none" strike="noStrike">
              <a:solidFill>
                <a:srgbClr val="FAF9F5"/>
              </a:solidFill>
              <a:latin typeface="DM Sans"/>
              <a:ea typeface="DM Sans"/>
              <a:cs typeface="DM Sans"/>
              <a:sym typeface="DM Sans"/>
            </a:endParaRPr>
          </a:p>
        </p:txBody>
      </p:sp>
      <p:sp>
        <p:nvSpPr>
          <p:cNvPr id="288" name="Google Shape;288;p13"/>
          <p:cNvSpPr/>
          <p:nvPr/>
        </p:nvSpPr>
        <p:spPr>
          <a:xfrm>
            <a:off x="1047750" y="4660900"/>
            <a:ext cx="5219400" cy="24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Shows all saved entries on the screen.</a:t>
            </a:r>
            <a:endParaRPr b="0" i="0" sz="1300" u="none" cap="none" strike="noStrike">
              <a:solidFill>
                <a:srgbClr val="FAF9F5"/>
              </a:solidFill>
              <a:latin typeface="DM Sans"/>
              <a:ea typeface="DM Sans"/>
              <a:cs typeface="DM Sans"/>
              <a:sym typeface="DM Sans"/>
            </a:endParaRPr>
          </a:p>
        </p:txBody>
      </p:sp>
      <p:sp>
        <p:nvSpPr>
          <p:cNvPr id="289" name="Google Shape;289;p13"/>
          <p:cNvSpPr/>
          <p:nvPr/>
        </p:nvSpPr>
        <p:spPr>
          <a:xfrm>
            <a:off x="1054100" y="5052616"/>
            <a:ext cx="50700" cy="50700"/>
          </a:xfrm>
          <a:prstGeom prst="rect">
            <a:avLst/>
          </a:prstGeom>
          <a:noFill/>
          <a:ln cap="flat" cmpd="sng" w="127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1212850" y="4970760"/>
            <a:ext cx="2664000" cy="24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300"/>
              <a:buFont typeface="DM Sans"/>
              <a:buNone/>
            </a:pPr>
            <a:r>
              <a:rPr b="0" i="0" lang="en-US" sz="1300" u="none" cap="none" strike="noStrike">
                <a:solidFill>
                  <a:srgbClr val="F2F6F5"/>
                </a:solidFill>
                <a:latin typeface="DM Sans"/>
                <a:ea typeface="DM Sans"/>
                <a:cs typeface="DM Sans"/>
                <a:sym typeface="DM Sans"/>
              </a:rPr>
              <a:t>Read the entries from the file</a:t>
            </a:r>
            <a:endParaRPr b="0" i="0" sz="1300" u="none" cap="none" strike="noStrike">
              <a:solidFill>
                <a:srgbClr val="FAF9F5"/>
              </a:solidFill>
              <a:latin typeface="DM Sans"/>
              <a:ea typeface="DM Sans"/>
              <a:cs typeface="DM Sans"/>
              <a:sym typeface="DM Sans"/>
            </a:endParaRPr>
          </a:p>
        </p:txBody>
      </p:sp>
      <p:cxnSp>
        <p:nvCxnSpPr>
          <p:cNvPr id="291" name="Google Shape;291;p13"/>
          <p:cNvCxnSpPr/>
          <p:nvPr/>
        </p:nvCxnSpPr>
        <p:spPr>
          <a:xfrm>
            <a:off x="561700" y="5173333"/>
            <a:ext cx="5067300" cy="0"/>
          </a:xfrm>
          <a:prstGeom prst="straightConnector1">
            <a:avLst/>
          </a:prstGeom>
          <a:noFill/>
          <a:ln cap="flat" cmpd="sng" w="9525">
            <a:solidFill>
              <a:srgbClr val="1E6A77"/>
            </a:solidFill>
            <a:prstDash val="solid"/>
            <a:round/>
            <a:headEnd len="sm" w="sm" type="none"/>
            <a:tailEnd len="sm" w="sm" type="none"/>
          </a:ln>
        </p:spPr>
      </p:cxnSp>
      <p:sp>
        <p:nvSpPr>
          <p:cNvPr id="292" name="Google Shape;292;p13"/>
          <p:cNvSpPr/>
          <p:nvPr/>
        </p:nvSpPr>
        <p:spPr>
          <a:xfrm>
            <a:off x="1054100" y="5337076"/>
            <a:ext cx="50700" cy="50700"/>
          </a:xfrm>
          <a:prstGeom prst="rect">
            <a:avLst/>
          </a:prstGeom>
          <a:noFill/>
          <a:ln cap="flat" cmpd="sng" w="127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1212850" y="5255220"/>
            <a:ext cx="3765000" cy="24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300"/>
              <a:buFont typeface="DM Sans"/>
              <a:buNone/>
            </a:pPr>
            <a:r>
              <a:rPr b="0" i="0" lang="en-US" sz="1300" u="none" cap="none" strike="noStrike">
                <a:solidFill>
                  <a:srgbClr val="F2F6F5"/>
                </a:solidFill>
                <a:latin typeface="DM Sans"/>
                <a:ea typeface="DM Sans"/>
                <a:cs typeface="DM Sans"/>
                <a:sym typeface="DM Sans"/>
              </a:rPr>
              <a:t>Decrypt and show date, title and content</a:t>
            </a:r>
            <a:endParaRPr b="0" i="0" sz="1300" u="none" cap="none" strike="noStrike">
              <a:solidFill>
                <a:srgbClr val="FAF9F5"/>
              </a:solidFill>
              <a:latin typeface="DM Sans"/>
              <a:ea typeface="DM Sans"/>
              <a:cs typeface="DM Sans"/>
              <a:sym typeface="DM Sans"/>
            </a:endParaRPr>
          </a:p>
        </p:txBody>
      </p:sp>
      <p:cxnSp>
        <p:nvCxnSpPr>
          <p:cNvPr id="294" name="Google Shape;294;p13"/>
          <p:cNvCxnSpPr/>
          <p:nvPr/>
        </p:nvCxnSpPr>
        <p:spPr>
          <a:xfrm>
            <a:off x="561700" y="5476155"/>
            <a:ext cx="5067300" cy="0"/>
          </a:xfrm>
          <a:prstGeom prst="straightConnector1">
            <a:avLst/>
          </a:prstGeom>
          <a:noFill/>
          <a:ln cap="flat" cmpd="sng" w="9525">
            <a:solidFill>
              <a:srgbClr val="1E6A77"/>
            </a:solidFill>
            <a:prstDash val="solid"/>
            <a:round/>
            <a:headEnd len="sm" w="sm" type="none"/>
            <a:tailEnd len="sm" w="sm" type="none"/>
          </a:ln>
        </p:spPr>
      </p:cxnSp>
      <p:sp>
        <p:nvSpPr>
          <p:cNvPr id="295" name="Google Shape;295;p13"/>
          <p:cNvSpPr/>
          <p:nvPr/>
        </p:nvSpPr>
        <p:spPr>
          <a:xfrm>
            <a:off x="1054100" y="5621536"/>
            <a:ext cx="50700" cy="50700"/>
          </a:xfrm>
          <a:prstGeom prst="rect">
            <a:avLst/>
          </a:prstGeom>
          <a:noFill/>
          <a:ln cap="flat" cmpd="sng" w="127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1212850" y="5539680"/>
            <a:ext cx="2735100" cy="24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300"/>
              <a:buFont typeface="DM Sans"/>
              <a:buNone/>
            </a:pPr>
            <a:r>
              <a:rPr b="0" i="0" lang="en-US" sz="1300" u="none" cap="none" strike="noStrike">
                <a:solidFill>
                  <a:srgbClr val="F2F6F5"/>
                </a:solidFill>
                <a:latin typeface="DM Sans"/>
                <a:ea typeface="DM Sans"/>
                <a:cs typeface="DM Sans"/>
                <a:sym typeface="DM Sans"/>
              </a:rPr>
              <a:t>Handle an empty diary clearly</a:t>
            </a:r>
            <a:endParaRPr b="0" i="0" sz="1300" u="none" cap="none" strike="noStrike">
              <a:solidFill>
                <a:srgbClr val="FAF9F5"/>
              </a:solidFill>
              <a:latin typeface="DM Sans"/>
              <a:ea typeface="DM Sans"/>
              <a:cs typeface="DM Sans"/>
              <a:sym typeface="DM Sans"/>
            </a:endParaRPr>
          </a:p>
        </p:txBody>
      </p:sp>
      <p:sp>
        <p:nvSpPr>
          <p:cNvPr id="297" name="Google Shape;297;p13"/>
          <p:cNvSpPr/>
          <p:nvPr/>
        </p:nvSpPr>
        <p:spPr>
          <a:xfrm>
            <a:off x="6610350" y="1974850"/>
            <a:ext cx="4762500" cy="1911300"/>
          </a:xfrm>
          <a:prstGeom prst="roundRect">
            <a:avLst>
              <a:gd fmla="val 2990" name="adj"/>
            </a:avLst>
          </a:prstGeom>
          <a:noFill/>
          <a:ln cap="flat" cmpd="sng" w="12700">
            <a:solidFill>
              <a:srgbClr val="3C8A9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6794500" y="2120900"/>
            <a:ext cx="605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CODE</a:t>
            </a:r>
            <a:endParaRPr b="0" i="0" sz="1200" u="none" cap="none" strike="noStrike">
              <a:solidFill>
                <a:srgbClr val="FAF9F5"/>
              </a:solidFill>
              <a:latin typeface="DM Sans"/>
              <a:ea typeface="DM Sans"/>
              <a:cs typeface="DM Sans"/>
              <a:sym typeface="DM Sans"/>
            </a:endParaRPr>
          </a:p>
        </p:txBody>
      </p:sp>
      <p:sp>
        <p:nvSpPr>
          <p:cNvPr id="299" name="Google Shape;299;p13"/>
          <p:cNvSpPr/>
          <p:nvPr/>
        </p:nvSpPr>
        <p:spPr>
          <a:xfrm>
            <a:off x="6610350" y="4208413"/>
            <a:ext cx="4762500" cy="1911300"/>
          </a:xfrm>
          <a:prstGeom prst="roundRect">
            <a:avLst>
              <a:gd fmla="val 2990" name="adj"/>
            </a:avLst>
          </a:prstGeom>
          <a:noFill/>
          <a:ln cap="flat" cmpd="sng" w="12700">
            <a:solidFill>
              <a:srgbClr val="3C8A9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6794500" y="4197350"/>
            <a:ext cx="1407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FLOW CHART</a:t>
            </a:r>
            <a:endParaRPr b="0" i="0" sz="1200" u="none" cap="none" strike="noStrike">
              <a:solidFill>
                <a:srgbClr val="FAF9F5"/>
              </a:solidFill>
              <a:latin typeface="DM Sans"/>
              <a:ea typeface="DM Sans"/>
              <a:cs typeface="DM Sans"/>
              <a:sym typeface="DM Sans"/>
            </a:endParaRPr>
          </a:p>
        </p:txBody>
      </p:sp>
      <p:sp>
        <p:nvSpPr>
          <p:cNvPr id="301" name="Google Shape;301;p13"/>
          <p:cNvSpPr/>
          <p:nvPr/>
        </p:nvSpPr>
        <p:spPr>
          <a:xfrm>
            <a:off x="10307340" y="4197350"/>
            <a:ext cx="1057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To be added</a:t>
            </a:r>
            <a:endParaRPr b="0" i="0" sz="1200" u="none" cap="none" strike="noStrike">
              <a:solidFill>
                <a:srgbClr val="FAF9F5"/>
              </a:solidFill>
              <a:latin typeface="DM Sans"/>
              <a:ea typeface="DM Sans"/>
              <a:cs typeface="DM Sans"/>
              <a:sym typeface="DM Sans"/>
            </a:endParaRPr>
          </a:p>
        </p:txBody>
      </p:sp>
      <p:sp>
        <p:nvSpPr>
          <p:cNvPr id="302" name="Google Shape;302;p13"/>
          <p:cNvSpPr/>
          <p:nvPr/>
        </p:nvSpPr>
        <p:spPr>
          <a:xfrm>
            <a:off x="7828240" y="5027315"/>
            <a:ext cx="2326800" cy="274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C5D6D6"/>
              </a:buClr>
              <a:buSzPts val="1400"/>
              <a:buFont typeface="DM Sans"/>
              <a:buNone/>
            </a:pPr>
            <a:r>
              <a:rPr b="0" i="0" lang="en-US" sz="1400" u="none" cap="none" strike="noStrike">
                <a:solidFill>
                  <a:srgbClr val="C5D6D6"/>
                </a:solidFill>
                <a:latin typeface="DM Sans"/>
                <a:ea typeface="DM Sans"/>
                <a:cs typeface="DM Sans"/>
                <a:sym typeface="DM Sans"/>
              </a:rPr>
              <a:t>Add the flow chart here</a:t>
            </a:r>
            <a:endParaRPr b="0" i="0" sz="1400" u="none" cap="none" strike="noStrike">
              <a:solidFill>
                <a:srgbClr val="FAF9F5"/>
              </a:solidFill>
              <a:latin typeface="DM Sans"/>
              <a:ea typeface="DM Sans"/>
              <a:cs typeface="DM Sans"/>
              <a:sym typeface="DM Sans"/>
            </a:endParaRPr>
          </a:p>
        </p:txBody>
      </p:sp>
      <p:sp>
        <p:nvSpPr>
          <p:cNvPr id="303" name="Google Shape;303;p13"/>
          <p:cNvSpPr/>
          <p:nvPr/>
        </p:nvSpPr>
        <p:spPr>
          <a:xfrm>
            <a:off x="676100" y="6439600"/>
            <a:ext cx="8677500" cy="30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rgbClr val="FAF9F5"/>
              </a:solidFill>
              <a:latin typeface="DM Sans"/>
              <a:ea typeface="DM Sans"/>
              <a:cs typeface="DM Sans"/>
              <a:sym typeface="DM Sans"/>
            </a:endParaRPr>
          </a:p>
        </p:txBody>
      </p:sp>
      <p:sp>
        <p:nvSpPr>
          <p:cNvPr id="304" name="Google Shape;304;p13"/>
          <p:cNvSpPr/>
          <p:nvPr/>
        </p:nvSpPr>
        <p:spPr>
          <a:xfrm>
            <a:off x="487650" y="569000"/>
            <a:ext cx="50700" cy="729000"/>
          </a:xfrm>
          <a:prstGeom prst="rect">
            <a:avLst/>
          </a:prstGeom>
          <a:gradFill>
            <a:gsLst>
              <a:gs pos="0">
                <a:srgbClr val="F2A93B"/>
              </a:gs>
              <a:gs pos="100000">
                <a:srgbClr val="35B6E8"/>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6003300" y="1206500"/>
            <a:ext cx="6188700" cy="3454500"/>
          </a:xfrm>
          <a:prstGeom prst="roundRect">
            <a:avLst>
              <a:gd fmla="val 2144" name="adj"/>
            </a:avLst>
          </a:prstGeom>
          <a:solidFill>
            <a:srgbClr val="0D1117"/>
          </a:solidFill>
          <a:ln cap="flat" cmpd="sng" w="9525">
            <a:solidFill>
              <a:srgbClr val="1E6A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6287700" y="1404500"/>
            <a:ext cx="35181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949E"/>
              </a:buClr>
              <a:buSzPts val="1000"/>
              <a:buFont typeface="JetBrains Mono"/>
              <a:buNone/>
            </a:pPr>
            <a:r>
              <a:rPr b="0" i="0" lang="en-US" sz="1000" u="none" cap="none" strike="noStrike">
                <a:solidFill>
                  <a:srgbClr val="8B949E"/>
                </a:solidFill>
                <a:latin typeface="JetBrains Mono"/>
                <a:ea typeface="JetBrains Mono"/>
                <a:cs typeface="JetBrains Mono"/>
                <a:sym typeface="JetBrains Mono"/>
              </a:rPr>
              <a:t>//</a:t>
            </a:r>
            <a:r>
              <a:rPr lang="en-US" sz="1000">
                <a:solidFill>
                  <a:srgbClr val="8B949E"/>
                </a:solidFill>
                <a:latin typeface="JetBrains Mono"/>
                <a:ea typeface="JetBrains Mono"/>
                <a:cs typeface="JetBrains Mono"/>
                <a:sym typeface="JetBrains Mono"/>
              </a:rPr>
              <a:t> </a:t>
            </a:r>
            <a:r>
              <a:rPr b="0" i="0" lang="en-US" sz="1000" u="none" cap="none" strike="noStrike">
                <a:solidFill>
                  <a:srgbClr val="8B949E"/>
                </a:solidFill>
                <a:latin typeface="JetBrains Mono"/>
                <a:ea typeface="JetBrains Mono"/>
                <a:cs typeface="JetBrains Mono"/>
                <a:sym typeface="JetBrains Mono"/>
              </a:rPr>
              <a:t>code - Add Entry</a:t>
            </a:r>
            <a:endParaRPr b="0" i="0" sz="1000" u="none" cap="none" strike="noStrike">
              <a:solidFill>
                <a:srgbClr val="FAF9F5"/>
              </a:solidFill>
              <a:latin typeface="DM Sans"/>
              <a:ea typeface="DM Sans"/>
              <a:cs typeface="DM Sans"/>
              <a:sym typeface="DM Sans"/>
            </a:endParaRPr>
          </a:p>
        </p:txBody>
      </p:sp>
      <p:sp>
        <p:nvSpPr>
          <p:cNvPr id="307" name="Google Shape;307;p13"/>
          <p:cNvSpPr/>
          <p:nvPr/>
        </p:nvSpPr>
        <p:spPr>
          <a:xfrm>
            <a:off x="6287700" y="1549425"/>
            <a:ext cx="37074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949E"/>
              </a:buClr>
              <a:buSzPts val="1000"/>
              <a:buFont typeface="JetBrains Mono"/>
              <a:buNone/>
            </a:pPr>
            <a:r>
              <a:rPr b="0" i="0" lang="en-US" sz="1000" u="none" cap="none" strike="noStrike">
                <a:solidFill>
                  <a:srgbClr val="8B949E"/>
                </a:solidFill>
                <a:latin typeface="JetBrains Mono"/>
                <a:ea typeface="JetBrains Mono"/>
                <a:cs typeface="JetBrains Mono"/>
                <a:sym typeface="JetBrains Mono"/>
              </a:rPr>
              <a:t>/* ---------- Add ---------- */</a:t>
            </a:r>
            <a:endParaRPr b="0" i="0" sz="1000" u="none" cap="none" strike="noStrike">
              <a:solidFill>
                <a:srgbClr val="FAF9F5"/>
              </a:solidFill>
              <a:latin typeface="DM Sans"/>
              <a:ea typeface="DM Sans"/>
              <a:cs typeface="DM Sans"/>
              <a:sym typeface="DM Sans"/>
            </a:endParaRPr>
          </a:p>
        </p:txBody>
      </p:sp>
      <p:sp>
        <p:nvSpPr>
          <p:cNvPr id="308" name="Google Shape;308;p13"/>
          <p:cNvSpPr/>
          <p:nvPr/>
        </p:nvSpPr>
        <p:spPr>
          <a:xfrm>
            <a:off x="6287550" y="1706150"/>
            <a:ext cx="37074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void </a:t>
            </a:r>
            <a:r>
              <a:rPr b="0" i="0" lang="en-US" sz="1000" u="none" cap="none" strike="noStrike">
                <a:solidFill>
                  <a:srgbClr val="C4B5FD"/>
                </a:solidFill>
                <a:latin typeface="JetBrains Mono"/>
                <a:ea typeface="JetBrains Mono"/>
                <a:cs typeface="JetBrains Mono"/>
                <a:sym typeface="JetBrains Mono"/>
              </a:rPr>
              <a:t>add_entry</a:t>
            </a:r>
            <a:r>
              <a:rPr b="0" i="0" lang="en-US" sz="1000" u="none" cap="none" strike="noStrike">
                <a:solidFill>
                  <a:srgbClr val="E6EDF3"/>
                </a:solidFill>
                <a:latin typeface="JetBrains Mono"/>
                <a:ea typeface="JetBrains Mono"/>
                <a:cs typeface="JetBrains Mono"/>
                <a:sym typeface="JetBrains Mono"/>
              </a:rPr>
              <a:t>() {</a:t>
            </a:r>
            <a:endParaRPr b="0" i="0" sz="1000" u="none" cap="none" strike="noStrike">
              <a:solidFill>
                <a:srgbClr val="FAF9F5"/>
              </a:solidFill>
              <a:latin typeface="DM Sans"/>
              <a:ea typeface="DM Sans"/>
              <a:cs typeface="DM Sans"/>
              <a:sym typeface="DM Sans"/>
            </a:endParaRPr>
          </a:p>
        </p:txBody>
      </p:sp>
      <p:sp>
        <p:nvSpPr>
          <p:cNvPr id="309" name="Google Shape;309;p13"/>
          <p:cNvSpPr/>
          <p:nvPr/>
        </p:nvSpPr>
        <p:spPr>
          <a:xfrm>
            <a:off x="6115050" y="1862875"/>
            <a:ext cx="38799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F28B82"/>
                </a:solidFill>
                <a:latin typeface="JetBrains Mono"/>
                <a:ea typeface="JetBrains Mono"/>
                <a:cs typeface="JetBrains Mono"/>
                <a:sym typeface="JetBrains Mono"/>
              </a:rPr>
              <a:t>struct</a:t>
            </a:r>
            <a:r>
              <a:rPr b="0" i="0" lang="en-US" sz="1000" u="none" cap="none" strike="noStrike">
                <a:solidFill>
                  <a:srgbClr val="E6EDF3"/>
                </a:solidFill>
                <a:latin typeface="JetBrains Mono"/>
                <a:ea typeface="JetBrains Mono"/>
                <a:cs typeface="JetBrains Mono"/>
                <a:sym typeface="JetBrains Mono"/>
              </a:rPr>
              <a:t> Entry e;</a:t>
            </a:r>
            <a:endParaRPr b="0" i="0" sz="1000" u="none" cap="none" strike="noStrike">
              <a:solidFill>
                <a:srgbClr val="FAF9F5"/>
              </a:solidFill>
              <a:latin typeface="DM Sans"/>
              <a:ea typeface="DM Sans"/>
              <a:cs typeface="DM Sans"/>
              <a:sym typeface="DM Sans"/>
            </a:endParaRPr>
          </a:p>
        </p:txBody>
      </p:sp>
      <p:sp>
        <p:nvSpPr>
          <p:cNvPr id="310" name="Google Shape;310;p13"/>
          <p:cNvSpPr/>
          <p:nvPr/>
        </p:nvSpPr>
        <p:spPr>
          <a:xfrm>
            <a:off x="6069863" y="2019625"/>
            <a:ext cx="39252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FILE </a:t>
            </a:r>
            <a:r>
              <a:rPr b="0" i="0" lang="en-US" sz="1000" u="none" cap="none" strike="noStrike">
                <a:solidFill>
                  <a:srgbClr val="79B8FF"/>
                </a:solidFill>
                <a:latin typeface="JetBrains Mono"/>
                <a:ea typeface="JetBrains Mono"/>
                <a:cs typeface="JetBrains Mono"/>
                <a:sym typeface="JetBrains Mono"/>
              </a:rPr>
              <a:t>*</a:t>
            </a:r>
            <a:r>
              <a:rPr b="0" i="0" lang="en-US" sz="1000" u="none" cap="none" strike="noStrike">
                <a:solidFill>
                  <a:srgbClr val="E6EDF3"/>
                </a:solidFill>
                <a:latin typeface="JetBrains Mono"/>
                <a:ea typeface="JetBrains Mono"/>
                <a:cs typeface="JetBrains Mono"/>
                <a:sym typeface="JetBrains Mono"/>
              </a:rPr>
              <a:t>fp;</a:t>
            </a:r>
            <a:endParaRPr b="0" i="0" sz="1000" u="none" cap="none" strike="noStrike">
              <a:solidFill>
                <a:srgbClr val="FAF9F5"/>
              </a:solidFill>
              <a:latin typeface="DM Sans"/>
              <a:ea typeface="DM Sans"/>
              <a:cs typeface="DM Sans"/>
              <a:sym typeface="DM Sans"/>
            </a:endParaRPr>
          </a:p>
        </p:txBody>
      </p:sp>
      <p:sp>
        <p:nvSpPr>
          <p:cNvPr id="311" name="Google Shape;311;p13"/>
          <p:cNvSpPr/>
          <p:nvPr/>
        </p:nvSpPr>
        <p:spPr>
          <a:xfrm>
            <a:off x="6115050" y="2166650"/>
            <a:ext cx="3879900" cy="34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lang="en-US" sz="1000">
                <a:solidFill>
                  <a:srgbClr val="C4B5FD"/>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memset</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79B8FF"/>
                </a:solidFill>
                <a:latin typeface="JetBrains Mono"/>
                <a:ea typeface="JetBrains Mono"/>
                <a:cs typeface="JetBrains Mono"/>
                <a:sym typeface="JetBrains Mono"/>
              </a:rPr>
              <a:t>&amp;</a:t>
            </a:r>
            <a:r>
              <a:rPr b="0" i="0" lang="en-US" sz="1000" u="none" cap="none" strike="noStrike">
                <a:solidFill>
                  <a:srgbClr val="E6EDF3"/>
                </a:solidFill>
                <a:latin typeface="JetBrains Mono"/>
                <a:ea typeface="JetBrains Mono"/>
                <a:cs typeface="JetBrains Mono"/>
                <a:sym typeface="JetBrains Mono"/>
              </a:rPr>
              <a:t>e,</a:t>
            </a:r>
            <a:r>
              <a:rPr b="0" i="0" lang="en-US" sz="1000" u="none" cap="none" strike="noStrike">
                <a:solidFill>
                  <a:srgbClr val="79B8FF"/>
                </a:solidFill>
                <a:latin typeface="JetBrains Mono"/>
                <a:ea typeface="JetBrains Mono"/>
                <a:cs typeface="JetBrains Mono"/>
                <a:sym typeface="JetBrains Mono"/>
              </a:rPr>
              <a:t>0</a:t>
            </a:r>
            <a:r>
              <a:rPr lang="en-US" sz="1000">
                <a:solidFill>
                  <a:srgbClr val="E6EDF3"/>
                </a:solidFill>
                <a:latin typeface="JetBrains Mono"/>
                <a:ea typeface="JetBrains Mono"/>
                <a:cs typeface="JetBrains Mono"/>
                <a:sym typeface="JetBrains Mono"/>
              </a:rPr>
              <a:t> </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F28B82"/>
                </a:solidFill>
                <a:latin typeface="JetBrains Mono"/>
                <a:ea typeface="JetBrains Mono"/>
                <a:cs typeface="JetBrains Mono"/>
                <a:sym typeface="JetBrains Mono"/>
              </a:rPr>
              <a:t>sizeof</a:t>
            </a:r>
            <a:r>
              <a:rPr b="0" i="0" lang="en-US" sz="1000" u="none" cap="none" strike="noStrike">
                <a:solidFill>
                  <a:srgbClr val="E6EDF3"/>
                </a:solidFill>
                <a:latin typeface="JetBrains Mono"/>
                <a:ea typeface="JetBrains Mono"/>
                <a:cs typeface="JetBrains Mono"/>
                <a:sym typeface="JetBrains Mono"/>
              </a:rPr>
              <a:t>(e));   </a:t>
            </a:r>
            <a:r>
              <a:rPr b="0" i="0" lang="en-US" sz="1000" u="none" cap="none" strike="noStrike">
                <a:solidFill>
                  <a:srgbClr val="8B949E"/>
                </a:solidFill>
                <a:latin typeface="JetBrains Mono"/>
                <a:ea typeface="JetBrains Mono"/>
                <a:cs typeface="JetBrains Mono"/>
                <a:sym typeface="JetBrains Mono"/>
              </a:rPr>
              <a:t>/* so that no garbage data goes into the file */</a:t>
            </a:r>
            <a:endParaRPr b="0" i="0" sz="1000" u="none" cap="none" strike="noStrike">
              <a:solidFill>
                <a:srgbClr val="FAF9F5"/>
              </a:solidFill>
              <a:latin typeface="DM Sans"/>
              <a:ea typeface="DM Sans"/>
              <a:cs typeface="DM Sans"/>
              <a:sym typeface="DM Sans"/>
            </a:endParaRPr>
          </a:p>
        </p:txBody>
      </p:sp>
      <p:sp>
        <p:nvSpPr>
          <p:cNvPr id="312" name="Google Shape;312;p13"/>
          <p:cNvSpPr/>
          <p:nvPr/>
        </p:nvSpPr>
        <p:spPr>
          <a:xfrm>
            <a:off x="6287550" y="2527450"/>
            <a:ext cx="37074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time_t t </a:t>
            </a:r>
            <a:r>
              <a:rPr b="0" i="0" lang="en-US" sz="1000" u="none" cap="none" strike="noStrike">
                <a:solidFill>
                  <a:srgbClr val="79B8FF"/>
                </a:solidFill>
                <a:latin typeface="JetBrains Mono"/>
                <a:ea typeface="JetBrains Mono"/>
                <a:cs typeface="JetBrains Mono"/>
                <a:sym typeface="JetBrains Mono"/>
              </a:rPr>
              <a:t>=</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time</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79B8FF"/>
                </a:solidFill>
                <a:latin typeface="JetBrains Mono"/>
                <a:ea typeface="JetBrains Mono"/>
                <a:cs typeface="JetBrains Mono"/>
                <a:sym typeface="JetBrains Mono"/>
              </a:rPr>
              <a:t>NULL</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FAF9F5"/>
              </a:solidFill>
              <a:latin typeface="DM Sans"/>
              <a:ea typeface="DM Sans"/>
              <a:cs typeface="DM Sans"/>
              <a:sym typeface="DM Sans"/>
            </a:endParaRPr>
          </a:p>
        </p:txBody>
      </p:sp>
      <p:sp>
        <p:nvSpPr>
          <p:cNvPr id="313" name="Google Shape;313;p13"/>
          <p:cNvSpPr/>
          <p:nvPr/>
        </p:nvSpPr>
        <p:spPr>
          <a:xfrm>
            <a:off x="6389550" y="2684175"/>
            <a:ext cx="36054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F28B82"/>
                </a:solidFill>
                <a:latin typeface="JetBrains Mono"/>
                <a:ea typeface="JetBrains Mono"/>
                <a:cs typeface="JetBrains Mono"/>
                <a:sym typeface="JetBrains Mono"/>
              </a:rPr>
              <a:t>struct</a:t>
            </a:r>
            <a:r>
              <a:rPr b="0" i="0" lang="en-US" sz="1000" u="none" cap="none" strike="noStrike">
                <a:solidFill>
                  <a:srgbClr val="E6EDF3"/>
                </a:solidFill>
                <a:latin typeface="JetBrains Mono"/>
                <a:ea typeface="JetBrains Mono"/>
                <a:cs typeface="JetBrains Mono"/>
                <a:sym typeface="JetBrains Mono"/>
              </a:rPr>
              <a:t> tm </a:t>
            </a:r>
            <a:r>
              <a:rPr b="0" i="0" lang="en-US" sz="1000" u="none" cap="none" strike="noStrike">
                <a:solidFill>
                  <a:srgbClr val="79B8FF"/>
                </a:solidFill>
                <a:latin typeface="JetBrains Mono"/>
                <a:ea typeface="JetBrains Mono"/>
                <a:cs typeface="JetBrains Mono"/>
                <a:sym typeface="JetBrains Mono"/>
              </a:rPr>
              <a:t>*</a:t>
            </a:r>
            <a:r>
              <a:rPr b="0" i="0" lang="en-US" sz="1000" u="none" cap="none" strike="noStrike">
                <a:solidFill>
                  <a:srgbClr val="E6EDF3"/>
                </a:solidFill>
                <a:latin typeface="JetBrains Mono"/>
                <a:ea typeface="JetBrains Mono"/>
                <a:cs typeface="JetBrains Mono"/>
                <a:sym typeface="JetBrains Mono"/>
              </a:rPr>
              <a:t>info </a:t>
            </a:r>
            <a:r>
              <a:rPr b="0" i="0" lang="en-US" sz="1000" u="none" cap="none" strike="noStrike">
                <a:solidFill>
                  <a:srgbClr val="79B8FF"/>
                </a:solidFill>
                <a:latin typeface="JetBrains Mono"/>
                <a:ea typeface="JetBrains Mono"/>
                <a:cs typeface="JetBrains Mono"/>
                <a:sym typeface="JetBrains Mono"/>
              </a:rPr>
              <a:t>=</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localtime</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79B8FF"/>
                </a:solidFill>
                <a:latin typeface="JetBrains Mono"/>
                <a:ea typeface="JetBrains Mono"/>
                <a:cs typeface="JetBrains Mono"/>
                <a:sym typeface="JetBrains Mono"/>
              </a:rPr>
              <a:t>&amp;</a:t>
            </a:r>
            <a:r>
              <a:rPr b="0" i="0" lang="en-US" sz="1000" u="none" cap="none" strike="noStrike">
                <a:solidFill>
                  <a:srgbClr val="E6EDF3"/>
                </a:solidFill>
                <a:latin typeface="JetBrains Mono"/>
                <a:ea typeface="JetBrains Mono"/>
                <a:cs typeface="JetBrains Mono"/>
                <a:sym typeface="JetBrains Mono"/>
              </a:rPr>
              <a:t>t);</a:t>
            </a:r>
            <a:endParaRPr b="0" i="0" sz="1000" u="none" cap="none" strike="noStrike">
              <a:solidFill>
                <a:srgbClr val="FAF9F5"/>
              </a:solidFill>
              <a:latin typeface="DM Sans"/>
              <a:ea typeface="DM Sans"/>
              <a:cs typeface="DM Sans"/>
              <a:sym typeface="DM Sans"/>
            </a:endParaRPr>
          </a:p>
        </p:txBody>
      </p:sp>
      <p:sp>
        <p:nvSpPr>
          <p:cNvPr id="314" name="Google Shape;314;p13"/>
          <p:cNvSpPr/>
          <p:nvPr/>
        </p:nvSpPr>
        <p:spPr>
          <a:xfrm>
            <a:off x="6389550" y="2868800"/>
            <a:ext cx="36054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C4B5FD"/>
                </a:solidFill>
                <a:latin typeface="JetBrains Mono"/>
                <a:ea typeface="JetBrains Mono"/>
                <a:cs typeface="JetBrains Mono"/>
                <a:sym typeface="JetBrains Mono"/>
              </a:rPr>
              <a:t>strftime</a:t>
            </a:r>
            <a:r>
              <a:rPr b="0" i="0" lang="en-US" sz="1000" u="none" cap="none" strike="noStrike">
                <a:solidFill>
                  <a:srgbClr val="E6EDF3"/>
                </a:solidFill>
                <a:latin typeface="JetBrains Mono"/>
                <a:ea typeface="JetBrains Mono"/>
                <a:cs typeface="JetBrains Mono"/>
                <a:sym typeface="JetBrains Mono"/>
              </a:rPr>
              <a:t>(e.</a:t>
            </a:r>
            <a:r>
              <a:rPr b="0" i="0" lang="en-US" sz="1000" u="none" cap="none" strike="noStrike">
                <a:solidFill>
                  <a:srgbClr val="79B8FF"/>
                </a:solidFill>
                <a:latin typeface="JetBrains Mono"/>
                <a:ea typeface="JetBrains Mono"/>
                <a:cs typeface="JetBrains Mono"/>
                <a:sym typeface="JetBrains Mono"/>
              </a:rPr>
              <a:t>date</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F28B82"/>
                </a:solidFill>
                <a:latin typeface="JetBrains Mono"/>
                <a:ea typeface="JetBrains Mono"/>
                <a:cs typeface="JetBrains Mono"/>
                <a:sym typeface="JetBrains Mono"/>
              </a:rPr>
              <a:t>sizeof</a:t>
            </a:r>
            <a:r>
              <a:rPr b="0" i="0" lang="en-US" sz="1000" u="none" cap="none" strike="noStrike">
                <a:solidFill>
                  <a:srgbClr val="E6EDF3"/>
                </a:solidFill>
                <a:latin typeface="JetBrains Mono"/>
                <a:ea typeface="JetBrains Mono"/>
                <a:cs typeface="JetBrains Mono"/>
                <a:sym typeface="JetBrains Mono"/>
              </a:rPr>
              <a:t>(e.</a:t>
            </a:r>
            <a:r>
              <a:rPr b="0" i="0" lang="en-US" sz="1000" u="none" cap="none" strike="noStrike">
                <a:solidFill>
                  <a:srgbClr val="79B8FF"/>
                </a:solidFill>
                <a:latin typeface="JetBrains Mono"/>
                <a:ea typeface="JetBrains Mono"/>
                <a:cs typeface="JetBrains Mono"/>
                <a:sym typeface="JetBrains Mono"/>
              </a:rPr>
              <a:t>date</a:t>
            </a:r>
            <a:r>
              <a:rPr b="0" i="0" lang="en-US" sz="1000" u="none" cap="none" strike="noStrike">
                <a:solidFill>
                  <a:srgbClr val="E6EDF3"/>
                </a:solidFill>
                <a:latin typeface="JetBrains Mono"/>
                <a:ea typeface="JetBrains Mono"/>
                <a:cs typeface="JetBrains Mono"/>
                <a:sym typeface="JetBrains Mono"/>
              </a:rPr>
              <a:t>),</a:t>
            </a:r>
            <a:r>
              <a:rPr lang="en-US" sz="1000">
                <a:solidFill>
                  <a:srgbClr val="E6EDF3"/>
                </a:solidFill>
                <a:latin typeface="JetBrains Mono"/>
                <a:ea typeface="JetBrains Mono"/>
                <a:cs typeface="JetBrains Mono"/>
                <a:sym typeface="JetBrains Mono"/>
              </a:rPr>
              <a:t> </a:t>
            </a:r>
            <a:r>
              <a:rPr b="0" i="0" lang="en-US" sz="1000" u="none" cap="none" strike="noStrike">
                <a:solidFill>
                  <a:srgbClr val="8AB4F8"/>
                </a:solidFill>
                <a:latin typeface="JetBrains Mono"/>
                <a:ea typeface="JetBrains Mono"/>
                <a:cs typeface="JetBrains Mono"/>
                <a:sym typeface="JetBrains Mono"/>
              </a:rPr>
              <a:t>%d-%m-%Y"</a:t>
            </a:r>
            <a:r>
              <a:rPr b="0" i="0" lang="en-US" sz="1000" u="none" cap="none" strike="noStrike">
                <a:solidFill>
                  <a:srgbClr val="E6EDF3"/>
                </a:solidFill>
                <a:latin typeface="JetBrains Mono"/>
                <a:ea typeface="JetBrains Mono"/>
                <a:cs typeface="JetBrains Mono"/>
                <a:sym typeface="JetBrains Mono"/>
              </a:rPr>
              <a:t>, info);</a:t>
            </a:r>
            <a:endParaRPr b="0" i="0" sz="1000" u="none" cap="none" strike="noStrike">
              <a:solidFill>
                <a:srgbClr val="FAF9F5"/>
              </a:solidFill>
              <a:latin typeface="DM Sans"/>
              <a:ea typeface="DM Sans"/>
              <a:cs typeface="DM Sans"/>
              <a:sym typeface="DM Sans"/>
            </a:endParaRPr>
          </a:p>
        </p:txBody>
      </p:sp>
      <p:sp>
        <p:nvSpPr>
          <p:cNvPr id="315" name="Google Shape;315;p13"/>
          <p:cNvSpPr/>
          <p:nvPr/>
        </p:nvSpPr>
        <p:spPr>
          <a:xfrm>
            <a:off x="6329813" y="3236713"/>
            <a:ext cx="33288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printf</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8AB4F8"/>
                </a:solidFill>
                <a:latin typeface="JetBrains Mono"/>
                <a:ea typeface="JetBrains Mono"/>
                <a:cs typeface="JetBrains Mono"/>
                <a:sym typeface="JetBrains Mono"/>
              </a:rPr>
              <a:t>"Title: "</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FAF9F5"/>
              </a:solidFill>
              <a:latin typeface="DM Sans"/>
              <a:ea typeface="DM Sans"/>
              <a:cs typeface="DM Sans"/>
              <a:sym typeface="DM Sans"/>
            </a:endParaRPr>
          </a:p>
        </p:txBody>
      </p:sp>
      <p:sp>
        <p:nvSpPr>
          <p:cNvPr id="316" name="Google Shape;316;p13"/>
          <p:cNvSpPr/>
          <p:nvPr/>
        </p:nvSpPr>
        <p:spPr>
          <a:xfrm>
            <a:off x="6329825" y="3374400"/>
            <a:ext cx="36651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read_line</a:t>
            </a:r>
            <a:r>
              <a:rPr b="0" i="0" lang="en-US" sz="1000" u="none" cap="none" strike="noStrike">
                <a:solidFill>
                  <a:srgbClr val="E6EDF3"/>
                </a:solidFill>
                <a:latin typeface="JetBrains Mono"/>
                <a:ea typeface="JetBrains Mono"/>
                <a:cs typeface="JetBrains Mono"/>
                <a:sym typeface="JetBrains Mono"/>
              </a:rPr>
              <a:t>(e.</a:t>
            </a:r>
            <a:r>
              <a:rPr b="0" i="0" lang="en-US" sz="1000" u="none" cap="none" strike="noStrike">
                <a:solidFill>
                  <a:srgbClr val="79B8FF"/>
                </a:solidFill>
                <a:latin typeface="JetBrains Mono"/>
                <a:ea typeface="JetBrains Mono"/>
                <a:cs typeface="JetBrains Mono"/>
                <a:sym typeface="JetBrains Mono"/>
              </a:rPr>
              <a:t>title</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F28B82"/>
                </a:solidFill>
                <a:latin typeface="JetBrains Mono"/>
                <a:ea typeface="JetBrains Mono"/>
                <a:cs typeface="JetBrains Mono"/>
                <a:sym typeface="JetBrains Mono"/>
              </a:rPr>
              <a:t>sizeof</a:t>
            </a:r>
            <a:r>
              <a:rPr b="0" i="0" lang="en-US" sz="1000" u="none" cap="none" strike="noStrike">
                <a:solidFill>
                  <a:srgbClr val="E6EDF3"/>
                </a:solidFill>
                <a:latin typeface="JetBrains Mono"/>
                <a:ea typeface="JetBrains Mono"/>
                <a:cs typeface="JetBrains Mono"/>
                <a:sym typeface="JetBrains Mono"/>
              </a:rPr>
              <a:t>(e.</a:t>
            </a:r>
            <a:r>
              <a:rPr b="0" i="0" lang="en-US" sz="1000" u="none" cap="none" strike="noStrike">
                <a:solidFill>
                  <a:srgbClr val="79B8FF"/>
                </a:solidFill>
                <a:latin typeface="JetBrains Mono"/>
                <a:ea typeface="JetBrains Mono"/>
                <a:cs typeface="JetBrains Mono"/>
                <a:sym typeface="JetBrains Mono"/>
              </a:rPr>
              <a:t>title</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FAF9F5"/>
              </a:solidFill>
              <a:latin typeface="DM Sans"/>
              <a:ea typeface="DM Sans"/>
              <a:cs typeface="DM Sans"/>
              <a:sym typeface="DM Sans"/>
            </a:endParaRPr>
          </a:p>
        </p:txBody>
      </p:sp>
      <p:sp>
        <p:nvSpPr>
          <p:cNvPr id="317" name="Google Shape;317;p13"/>
          <p:cNvSpPr/>
          <p:nvPr/>
        </p:nvSpPr>
        <p:spPr>
          <a:xfrm>
            <a:off x="6329850" y="3513425"/>
            <a:ext cx="36651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if</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strlen</a:t>
            </a:r>
            <a:r>
              <a:rPr b="0" i="0" lang="en-US" sz="1000" u="none" cap="none" strike="noStrike">
                <a:solidFill>
                  <a:srgbClr val="E6EDF3"/>
                </a:solidFill>
                <a:latin typeface="JetBrains Mono"/>
                <a:ea typeface="JetBrains Mono"/>
                <a:cs typeface="JetBrains Mono"/>
                <a:sym typeface="JetBrains Mono"/>
              </a:rPr>
              <a:t>(e.</a:t>
            </a:r>
            <a:r>
              <a:rPr b="0" i="0" lang="en-US" sz="1000" u="none" cap="none" strike="noStrike">
                <a:solidFill>
                  <a:srgbClr val="79B8FF"/>
                </a:solidFill>
                <a:latin typeface="JetBrains Mono"/>
                <a:ea typeface="JetBrains Mono"/>
                <a:cs typeface="JetBrains Mono"/>
                <a:sym typeface="JetBrains Mono"/>
              </a:rPr>
              <a:t>title</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79B8FF"/>
                </a:solidFill>
                <a:latin typeface="JetBrains Mono"/>
                <a:ea typeface="JetBrains Mono"/>
                <a:cs typeface="JetBrains Mono"/>
                <a:sym typeface="JetBrains Mono"/>
              </a:rPr>
              <a:t>==</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79B8FF"/>
                </a:solidFill>
                <a:latin typeface="JetBrains Mono"/>
                <a:ea typeface="JetBrains Mono"/>
                <a:cs typeface="JetBrains Mono"/>
                <a:sym typeface="JetBrains Mono"/>
              </a:rPr>
              <a:t>0</a:t>
            </a:r>
            <a:r>
              <a:rPr b="0" i="0" lang="en-US" sz="1000" u="none" cap="none" strike="noStrike">
                <a:solidFill>
                  <a:srgbClr val="E6EDF3"/>
                </a:solidFill>
                <a:latin typeface="JetBrains Mono"/>
                <a:ea typeface="JetBrains Mono"/>
                <a:cs typeface="JetBrains Mono"/>
                <a:sym typeface="JetBrains Mono"/>
              </a:rPr>
              <a:t>) {</a:t>
            </a:r>
            <a:endParaRPr b="0" i="0" sz="1000" u="none" cap="none" strike="noStrike">
              <a:solidFill>
                <a:srgbClr val="FAF9F5"/>
              </a:solidFill>
              <a:latin typeface="DM Sans"/>
              <a:ea typeface="DM Sans"/>
              <a:cs typeface="DM Sans"/>
              <a:sym typeface="DM Sans"/>
            </a:endParaRPr>
          </a:p>
        </p:txBody>
      </p:sp>
      <p:sp>
        <p:nvSpPr>
          <p:cNvPr id="318" name="Google Shape;318;p13"/>
          <p:cNvSpPr/>
          <p:nvPr/>
        </p:nvSpPr>
        <p:spPr>
          <a:xfrm>
            <a:off x="6329850" y="3652450"/>
            <a:ext cx="36651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printf</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8AB4F8"/>
                </a:solidFill>
                <a:latin typeface="JetBrains Mono"/>
                <a:ea typeface="JetBrains Mono"/>
                <a:cs typeface="JetBrains Mono"/>
                <a:sym typeface="JetBrains Mono"/>
              </a:rPr>
              <a:t>"Title cannot be empty.\n"</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FAF9F5"/>
              </a:solidFill>
              <a:latin typeface="DM Sans"/>
              <a:ea typeface="DM Sans"/>
              <a:cs typeface="DM Sans"/>
              <a:sym typeface="DM Sans"/>
            </a:endParaRPr>
          </a:p>
        </p:txBody>
      </p:sp>
      <p:sp>
        <p:nvSpPr>
          <p:cNvPr id="319" name="Google Shape;319;p13"/>
          <p:cNvSpPr/>
          <p:nvPr/>
        </p:nvSpPr>
        <p:spPr>
          <a:xfrm>
            <a:off x="6329850" y="3826900"/>
            <a:ext cx="36651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F28B82"/>
                </a:solidFill>
                <a:latin typeface="JetBrains Mono"/>
                <a:ea typeface="JetBrains Mono"/>
                <a:cs typeface="JetBrains Mono"/>
                <a:sym typeface="JetBrains Mono"/>
              </a:rPr>
              <a:t>return</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rPr lang="en-US" sz="1000">
                <a:solidFill>
                  <a:srgbClr val="E6EDF3"/>
                </a:solidFill>
                <a:latin typeface="JetBrains Mono"/>
                <a:ea typeface="JetBrains Mono"/>
                <a:cs typeface="JetBrains Mono"/>
                <a:sym typeface="JetBrains Mono"/>
              </a:rPr>
              <a:t>}</a:t>
            </a:r>
            <a:endParaRPr sz="1000">
              <a:solidFill>
                <a:srgbClr val="E6EDF3"/>
              </a:solidFill>
              <a:latin typeface="JetBrains Mono"/>
              <a:ea typeface="JetBrains Mono"/>
              <a:cs typeface="JetBrains Mono"/>
              <a:sym typeface="JetBrains Mono"/>
            </a:endParaRPr>
          </a:p>
        </p:txBody>
      </p:sp>
      <p:sp>
        <p:nvSpPr>
          <p:cNvPr id="320" name="Google Shape;320;p13"/>
          <p:cNvSpPr/>
          <p:nvPr/>
        </p:nvSpPr>
        <p:spPr>
          <a:xfrm>
            <a:off x="9715212" y="1386242"/>
            <a:ext cx="6900" cy="27036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9858775" y="1382925"/>
            <a:ext cx="24252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C4B5FD"/>
                </a:solidFill>
                <a:latin typeface="JetBrains Mono"/>
                <a:ea typeface="JetBrains Mono"/>
                <a:cs typeface="JetBrains Mono"/>
                <a:sym typeface="JetBrains Mono"/>
              </a:rPr>
              <a:t>printf </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8AB4F8"/>
                </a:solidFill>
                <a:latin typeface="JetBrains Mono"/>
                <a:ea typeface="JetBrains Mono"/>
                <a:cs typeface="JetBrains Mono"/>
                <a:sym typeface="JetBrains Mono"/>
              </a:rPr>
              <a:t>"Content: "</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FAF9F5"/>
              </a:solidFill>
              <a:latin typeface="DM Sans"/>
              <a:ea typeface="DM Sans"/>
              <a:cs typeface="DM Sans"/>
              <a:sym typeface="DM Sans"/>
            </a:endParaRPr>
          </a:p>
        </p:txBody>
      </p:sp>
      <p:sp>
        <p:nvSpPr>
          <p:cNvPr id="322" name="Google Shape;322;p13"/>
          <p:cNvSpPr/>
          <p:nvPr/>
        </p:nvSpPr>
        <p:spPr>
          <a:xfrm>
            <a:off x="9858775" y="1539650"/>
            <a:ext cx="2425200" cy="34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C4B5FD"/>
                </a:solidFill>
                <a:latin typeface="JetBrains Mono"/>
                <a:ea typeface="JetBrains Mono"/>
                <a:cs typeface="JetBrains Mono"/>
                <a:sym typeface="JetBrains Mono"/>
              </a:rPr>
              <a:t>read_line</a:t>
            </a:r>
            <a:r>
              <a:rPr b="0" i="0" lang="en-US" sz="1000" u="none" cap="none" strike="noStrike">
                <a:solidFill>
                  <a:srgbClr val="E6EDF3"/>
                </a:solidFill>
                <a:latin typeface="JetBrains Mono"/>
                <a:ea typeface="JetBrains Mono"/>
                <a:cs typeface="JetBrains Mono"/>
                <a:sym typeface="JetBrains Mono"/>
              </a:rPr>
              <a:t>(e.</a:t>
            </a:r>
            <a:r>
              <a:rPr b="0" i="0" lang="en-US" sz="1000" u="none" cap="none" strike="noStrike">
                <a:solidFill>
                  <a:srgbClr val="79B8FF"/>
                </a:solidFill>
                <a:latin typeface="JetBrains Mono"/>
                <a:ea typeface="JetBrains Mono"/>
                <a:cs typeface="JetBrains Mono"/>
                <a:sym typeface="JetBrains Mono"/>
              </a:rPr>
              <a:t>content</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F28B82"/>
                </a:solidFill>
                <a:latin typeface="JetBrains Mono"/>
                <a:ea typeface="JetBrains Mono"/>
                <a:cs typeface="JetBrains Mono"/>
                <a:sym typeface="JetBrains Mono"/>
              </a:rPr>
              <a:t>sizeof</a:t>
            </a:r>
            <a:r>
              <a:rPr b="0" i="0" lang="en-US" sz="1000" u="none" cap="none" strike="noStrike">
                <a:solidFill>
                  <a:srgbClr val="E6EDF3"/>
                </a:solidFill>
                <a:latin typeface="JetBrains Mono"/>
                <a:ea typeface="JetBrains Mono"/>
                <a:cs typeface="JetBrains Mono"/>
                <a:sym typeface="JetBrains Mono"/>
              </a:rPr>
              <a:t>(e.</a:t>
            </a:r>
            <a:r>
              <a:rPr b="0" i="0" lang="en-US" sz="1000" u="none" cap="none" strike="noStrike">
                <a:solidFill>
                  <a:srgbClr val="79B8FF"/>
                </a:solidFill>
                <a:latin typeface="JetBrains Mono"/>
                <a:ea typeface="JetBrains Mono"/>
                <a:cs typeface="JetBrains Mono"/>
                <a:sym typeface="JetBrains Mono"/>
              </a:rPr>
              <a:t>content</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FAF9F5"/>
              </a:solidFill>
              <a:latin typeface="DM Sans"/>
              <a:ea typeface="DM Sans"/>
              <a:cs typeface="DM Sans"/>
              <a:sym typeface="DM Sans"/>
            </a:endParaRPr>
          </a:p>
        </p:txBody>
      </p:sp>
      <p:sp>
        <p:nvSpPr>
          <p:cNvPr id="323" name="Google Shape;323;p13"/>
          <p:cNvSpPr/>
          <p:nvPr/>
        </p:nvSpPr>
        <p:spPr>
          <a:xfrm>
            <a:off x="9858775" y="1900525"/>
            <a:ext cx="2425200" cy="302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r>
              <a:rPr lang="en-US" sz="1000">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crypt_entry</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79B8FF"/>
                </a:solidFill>
                <a:latin typeface="JetBrains Mono"/>
                <a:ea typeface="JetBrains Mono"/>
                <a:cs typeface="JetBrains Mono"/>
                <a:sym typeface="JetBrains Mono"/>
              </a:rPr>
              <a:t>&amp;</a:t>
            </a:r>
            <a:r>
              <a:rPr b="0" i="0" lang="en-US" sz="1000" u="none" cap="none" strike="noStrike">
                <a:solidFill>
                  <a:srgbClr val="E6EDF3"/>
                </a:solidFill>
                <a:latin typeface="JetBrains Mono"/>
                <a:ea typeface="JetBrains Mono"/>
                <a:cs typeface="JetBrains Mono"/>
                <a:sym typeface="JetBrains Mono"/>
              </a:rPr>
              <a:t>e);   </a:t>
            </a:r>
            <a:r>
              <a:rPr b="0" i="0" lang="en-US" sz="1000" u="none" cap="none" strike="noStrike">
                <a:solidFill>
                  <a:srgbClr val="8B949E"/>
                </a:solidFill>
                <a:latin typeface="JetBrains Mono"/>
                <a:ea typeface="JetBrains Mono"/>
                <a:cs typeface="JetBrains Mono"/>
                <a:sym typeface="JetBrains Mono"/>
              </a:rPr>
              <a:t>/* encrypt before saving */</a:t>
            </a:r>
            <a:endParaRPr b="0" i="0" sz="1000" u="none" cap="none" strike="noStrike">
              <a:solidFill>
                <a:srgbClr val="FAF9F5"/>
              </a:solidFill>
              <a:latin typeface="DM Sans"/>
              <a:ea typeface="DM Sans"/>
              <a:cs typeface="DM Sans"/>
              <a:sym typeface="DM Sans"/>
            </a:endParaRPr>
          </a:p>
        </p:txBody>
      </p:sp>
      <p:sp>
        <p:nvSpPr>
          <p:cNvPr id="324" name="Google Shape;324;p13"/>
          <p:cNvSpPr/>
          <p:nvPr/>
        </p:nvSpPr>
        <p:spPr>
          <a:xfrm>
            <a:off x="9805800" y="2259575"/>
            <a:ext cx="24783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fp </a:t>
            </a:r>
            <a:r>
              <a:rPr b="0" i="0" lang="en-US" sz="1000" u="none" cap="none" strike="noStrike">
                <a:solidFill>
                  <a:srgbClr val="79B8FF"/>
                </a:solidFill>
                <a:latin typeface="JetBrains Mono"/>
                <a:ea typeface="JetBrains Mono"/>
                <a:cs typeface="JetBrains Mono"/>
                <a:sym typeface="JetBrains Mono"/>
              </a:rPr>
              <a:t>=</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C4B5FD"/>
                </a:solidFill>
                <a:latin typeface="JetBrains Mono"/>
                <a:ea typeface="JetBrains Mono"/>
                <a:cs typeface="JetBrains Mono"/>
                <a:sym typeface="JetBrains Mono"/>
              </a:rPr>
              <a:t>fopen</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79B8FF"/>
                </a:solidFill>
                <a:latin typeface="JetBrains Mono"/>
                <a:ea typeface="JetBrains Mono"/>
                <a:cs typeface="JetBrains Mono"/>
                <a:sym typeface="JetBrains Mono"/>
              </a:rPr>
              <a:t>DIARY_FILE</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8AB4F8"/>
                </a:solidFill>
                <a:latin typeface="JetBrains Mono"/>
                <a:ea typeface="JetBrains Mono"/>
                <a:cs typeface="JetBrains Mono"/>
                <a:sym typeface="JetBrains Mono"/>
              </a:rPr>
              <a:t>"ab"</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FAF9F5"/>
              </a:solidFill>
              <a:latin typeface="DM Sans"/>
              <a:ea typeface="DM Sans"/>
              <a:cs typeface="DM Sans"/>
              <a:sym typeface="DM Sans"/>
            </a:endParaRPr>
          </a:p>
        </p:txBody>
      </p:sp>
      <p:sp>
        <p:nvSpPr>
          <p:cNvPr id="325" name="Google Shape;325;p13"/>
          <p:cNvSpPr/>
          <p:nvPr/>
        </p:nvSpPr>
        <p:spPr>
          <a:xfrm>
            <a:off x="10177375" y="2416298"/>
            <a:ext cx="21066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endParaRPr sz="1000">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C4B5FD"/>
                </a:solidFill>
                <a:latin typeface="JetBrains Mono"/>
                <a:ea typeface="JetBrains Mono"/>
                <a:cs typeface="JetBrains Mono"/>
                <a:sym typeface="JetBrains Mono"/>
              </a:rPr>
              <a:t>if</a:t>
            </a:r>
            <a:r>
              <a:rPr b="0" i="0" lang="en-US" sz="1000" u="none" cap="none" strike="noStrike">
                <a:solidFill>
                  <a:srgbClr val="E6EDF3"/>
                </a:solidFill>
                <a:latin typeface="JetBrains Mono"/>
                <a:ea typeface="JetBrains Mono"/>
                <a:cs typeface="JetBrains Mono"/>
                <a:sym typeface="JetBrains Mono"/>
              </a:rPr>
              <a:t> (fp </a:t>
            </a:r>
            <a:r>
              <a:rPr b="0" i="0" lang="en-US" sz="1000" u="none" cap="none" strike="noStrike">
                <a:solidFill>
                  <a:srgbClr val="79B8FF"/>
                </a:solidFill>
                <a:latin typeface="JetBrains Mono"/>
                <a:ea typeface="JetBrains Mono"/>
                <a:cs typeface="JetBrains Mono"/>
                <a:sym typeface="JetBrains Mono"/>
              </a:rPr>
              <a:t>==</a:t>
            </a:r>
            <a:r>
              <a:rPr b="0" i="0" lang="en-US" sz="1000" u="none" cap="none" strike="noStrike">
                <a:solidFill>
                  <a:srgbClr val="E6EDF3"/>
                </a:solidFill>
                <a:latin typeface="JetBrains Mono"/>
                <a:ea typeface="JetBrains Mono"/>
                <a:cs typeface="JetBrains Mono"/>
                <a:sym typeface="JetBrains Mono"/>
              </a:rPr>
              <a:t> </a:t>
            </a:r>
            <a:r>
              <a:rPr b="0" i="0" lang="en-US" sz="1000" u="none" cap="none" strike="noStrike">
                <a:solidFill>
                  <a:srgbClr val="79B8FF"/>
                </a:solidFill>
                <a:latin typeface="JetBrains Mono"/>
                <a:ea typeface="JetBrains Mono"/>
                <a:cs typeface="JetBrains Mono"/>
                <a:sym typeface="JetBrains Mono"/>
              </a:rPr>
              <a:t>NULL</a:t>
            </a:r>
            <a:r>
              <a:rPr b="0" i="0" lang="en-US" sz="1000" u="none" cap="none" strike="noStrike">
                <a:solidFill>
                  <a:srgbClr val="E6EDF3"/>
                </a:solidFill>
                <a:latin typeface="JetBrains Mono"/>
                <a:ea typeface="JetBrains Mono"/>
                <a:cs typeface="JetBrains Mono"/>
                <a:sym typeface="JetBrains Mono"/>
              </a:rPr>
              <a:t>) {</a:t>
            </a:r>
            <a:endParaRPr b="0" i="0" sz="1000" u="none" cap="none" strike="noStrike">
              <a:solidFill>
                <a:srgbClr val="FAF9F5"/>
              </a:solidFill>
              <a:latin typeface="DM Sans"/>
              <a:ea typeface="DM Sans"/>
              <a:cs typeface="DM Sans"/>
              <a:sym typeface="DM Sans"/>
            </a:endParaRPr>
          </a:p>
        </p:txBody>
      </p:sp>
      <p:sp>
        <p:nvSpPr>
          <p:cNvPr id="326" name="Google Shape;326;p13"/>
          <p:cNvSpPr/>
          <p:nvPr/>
        </p:nvSpPr>
        <p:spPr>
          <a:xfrm>
            <a:off x="9858775" y="2817950"/>
            <a:ext cx="2425200" cy="274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endParaRPr b="0" i="0" sz="1000" u="none" cap="none" strike="noStrike">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C4B5FD"/>
                </a:solidFill>
                <a:latin typeface="JetBrains Mono"/>
                <a:ea typeface="JetBrains Mono"/>
                <a:cs typeface="JetBrains Mono"/>
                <a:sym typeface="JetBrains Mono"/>
              </a:rPr>
              <a:t>printf</a:t>
            </a:r>
            <a:r>
              <a:rPr b="0" i="0" lang="en-US" sz="1000" u="none" cap="none" strike="noStrike">
                <a:solidFill>
                  <a:srgbClr val="E6EDF3"/>
                </a:solidFill>
                <a:latin typeface="JetBrains Mono"/>
                <a:ea typeface="JetBrains Mono"/>
                <a:cs typeface="JetBrains Mono"/>
                <a:sym typeface="JetBrains Mono"/>
              </a:rPr>
              <a:t>(</a:t>
            </a:r>
            <a:r>
              <a:rPr b="0" i="0" lang="en-US" sz="1000" u="none" cap="none" strike="noStrike">
                <a:solidFill>
                  <a:srgbClr val="8AB4F8"/>
                </a:solidFill>
                <a:latin typeface="JetBrains Mono"/>
                <a:ea typeface="JetBrains Mono"/>
                <a:cs typeface="JetBrains Mono"/>
                <a:sym typeface="JetBrains Mono"/>
              </a:rPr>
              <a:t>"Could not open the file!\n"</a:t>
            </a:r>
            <a:r>
              <a:rPr b="0" i="0" lang="en-US" sz="1000" u="none" cap="none" strike="noStrike">
                <a:solidFill>
                  <a:srgbClr val="E6EDF3"/>
                </a:solidFill>
                <a:latin typeface="JetBrains Mono"/>
                <a:ea typeface="JetBrains Mono"/>
                <a:cs typeface="JetBrains Mono"/>
                <a:sym typeface="JetBrains Mono"/>
              </a:rPr>
              <a:t>);</a:t>
            </a:r>
            <a:endParaRPr b="0" i="0" sz="1000" u="none" cap="none" strike="noStrike">
              <a:solidFill>
                <a:srgbClr val="FAF9F5"/>
              </a:solidFill>
              <a:latin typeface="DM Sans"/>
              <a:ea typeface="DM Sans"/>
              <a:cs typeface="DM Sans"/>
              <a:sym typeface="DM Sans"/>
            </a:endParaRPr>
          </a:p>
        </p:txBody>
      </p:sp>
      <p:sp>
        <p:nvSpPr>
          <p:cNvPr id="327" name="Google Shape;327;p13"/>
          <p:cNvSpPr/>
          <p:nvPr/>
        </p:nvSpPr>
        <p:spPr>
          <a:xfrm>
            <a:off x="9832225" y="2967900"/>
            <a:ext cx="2287500" cy="40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endParaRPr b="0" i="0" sz="1000" u="none" cap="none" strike="noStrike">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t/>
            </a:r>
            <a:endParaRPr b="0" i="0" sz="1000" u="none" cap="none" strike="noStrike">
              <a:solidFill>
                <a:srgbClr val="FAF9F5"/>
              </a:solidFill>
              <a:latin typeface="DM Sans"/>
              <a:ea typeface="DM Sans"/>
              <a:cs typeface="DM Sans"/>
              <a:sym typeface="DM Sans"/>
            </a:endParaRPr>
          </a:p>
        </p:txBody>
      </p:sp>
      <p:sp>
        <p:nvSpPr>
          <p:cNvPr id="328" name="Google Shape;328;p13"/>
          <p:cNvSpPr/>
          <p:nvPr/>
        </p:nvSpPr>
        <p:spPr>
          <a:xfrm>
            <a:off x="10177375" y="2840896"/>
            <a:ext cx="2106600" cy="302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a:t>
            </a:r>
            <a:endParaRPr b="0" i="0" sz="1000" u="none" cap="none" strike="noStrike">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t/>
            </a:r>
            <a:endParaRPr b="0" i="0" sz="1000" u="none" cap="none" strike="noStrike">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t/>
            </a:r>
            <a:endParaRPr sz="1000">
              <a:solidFill>
                <a:srgbClr val="E6EDF3"/>
              </a:solidFill>
              <a:latin typeface="JetBrains Mono"/>
              <a:ea typeface="JetBrains Mono"/>
              <a:cs typeface="JetBrains Mono"/>
              <a:sym typeface="JetBrains Mono"/>
            </a:endParaRPr>
          </a:p>
        </p:txBody>
      </p:sp>
      <p:sp>
        <p:nvSpPr>
          <p:cNvPr id="329" name="Google Shape;329;p13"/>
          <p:cNvSpPr/>
          <p:nvPr/>
        </p:nvSpPr>
        <p:spPr>
          <a:xfrm>
            <a:off x="10080288" y="3195093"/>
            <a:ext cx="2106600" cy="18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t/>
            </a:r>
            <a:endParaRPr sz="1000">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rPr lang="en-US" sz="1000">
                <a:solidFill>
                  <a:srgbClr val="E6EDF3"/>
                </a:solidFill>
                <a:latin typeface="JetBrains Mono"/>
                <a:ea typeface="JetBrains Mono"/>
                <a:cs typeface="JetBrains Mono"/>
                <a:sym typeface="JetBrains Mono"/>
              </a:rPr>
              <a:t>  </a:t>
            </a:r>
            <a:endParaRPr sz="1000">
              <a:solidFill>
                <a:srgbClr val="E6EDF3"/>
              </a:solidFill>
              <a:latin typeface="JetBrains Mono"/>
              <a:ea typeface="JetBrains Mono"/>
              <a:cs typeface="JetBrains Mono"/>
              <a:sym typeface="JetBrains Mono"/>
            </a:endParaRPr>
          </a:p>
        </p:txBody>
      </p:sp>
      <p:sp>
        <p:nvSpPr>
          <p:cNvPr id="330" name="Google Shape;330;p13"/>
          <p:cNvSpPr/>
          <p:nvPr/>
        </p:nvSpPr>
        <p:spPr>
          <a:xfrm>
            <a:off x="9778675" y="3374400"/>
            <a:ext cx="2326800" cy="1182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6EDF3"/>
              </a:buClr>
              <a:buSzPts val="1000"/>
              <a:buFont typeface="JetBrains Mono"/>
              <a:buNone/>
            </a:pPr>
            <a:r>
              <a:rPr b="0" i="0" lang="en-US" sz="1000" u="none" cap="none" strike="noStrike">
                <a:solidFill>
                  <a:srgbClr val="E6EDF3"/>
                </a:solidFill>
                <a:latin typeface="JetBrains Mono"/>
                <a:ea typeface="JetBrains Mono"/>
                <a:cs typeface="JetBrains Mono"/>
                <a:sym typeface="JetBrains Mono"/>
              </a:rPr>
              <a:t>  return;</a:t>
            </a:r>
            <a:endParaRPr b="0" i="0" sz="1000" u="none" cap="none" strike="noStrike">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rPr lang="en-US" sz="1000">
                <a:solidFill>
                  <a:srgbClr val="E6EDF3"/>
                </a:solidFill>
                <a:latin typeface="JetBrains Mono"/>
                <a:ea typeface="JetBrains Mono"/>
                <a:cs typeface="JetBrains Mono"/>
                <a:sym typeface="JetBrains Mono"/>
              </a:rPr>
              <a:t> }fwrite(&amp;e,sizeof(struct Entry),1,fp);</a:t>
            </a:r>
            <a:endParaRPr sz="1000">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rPr lang="en-US" sz="1000">
                <a:solidFill>
                  <a:srgbClr val="E6EDF3"/>
                </a:solidFill>
                <a:latin typeface="JetBrains Mono"/>
                <a:ea typeface="JetBrains Mono"/>
                <a:cs typeface="JetBrains Mono"/>
                <a:sym typeface="JetBrains Mono"/>
              </a:rPr>
              <a:t>fclose(fp);</a:t>
            </a:r>
            <a:endParaRPr sz="1000">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rPr lang="en-US" sz="1000">
                <a:solidFill>
                  <a:srgbClr val="E6EDF3"/>
                </a:solidFill>
                <a:latin typeface="JetBrains Mono"/>
                <a:ea typeface="JetBrains Mono"/>
                <a:cs typeface="JetBrains Mono"/>
                <a:sym typeface="JetBrains Mono"/>
              </a:rPr>
              <a:t>printf(“Entry saved(%s)\n”,e.date); }</a:t>
            </a:r>
            <a:endParaRPr sz="1000">
              <a:solidFill>
                <a:srgbClr val="E6EDF3"/>
              </a:solidFill>
              <a:latin typeface="JetBrains Mono"/>
              <a:ea typeface="JetBrains Mono"/>
              <a:cs typeface="JetBrains Mono"/>
              <a:sym typeface="JetBrains Mono"/>
            </a:endParaRPr>
          </a:p>
          <a:p>
            <a:pPr indent="0" lvl="0" marL="0" marR="0" rtl="0" algn="l">
              <a:lnSpc>
                <a:spcPct val="120000"/>
              </a:lnSpc>
              <a:spcBef>
                <a:spcPts val="0"/>
              </a:spcBef>
              <a:spcAft>
                <a:spcPts val="0"/>
              </a:spcAft>
              <a:buClr>
                <a:srgbClr val="E6EDF3"/>
              </a:buClr>
              <a:buSzPts val="1000"/>
              <a:buFont typeface="JetBrains Mono"/>
              <a:buNone/>
            </a:pPr>
            <a:r>
              <a:t/>
            </a:r>
            <a:endParaRPr sz="1000">
              <a:solidFill>
                <a:srgbClr val="E6EDF3"/>
              </a:solidFill>
              <a:latin typeface="JetBrains Mono"/>
              <a:ea typeface="JetBrains Mono"/>
              <a:cs typeface="JetBrains Mono"/>
              <a:sym typeface="JetBrains Mono"/>
            </a:endParaRPr>
          </a:p>
        </p:txBody>
      </p:sp>
      <p:pic>
        <p:nvPicPr>
          <p:cNvPr id="331" name="Google Shape;331;p13" title="image.png"/>
          <p:cNvPicPr preferRelativeResize="0"/>
          <p:nvPr/>
        </p:nvPicPr>
        <p:blipFill>
          <a:blip r:embed="rId6">
            <a:alphaModFix/>
          </a:blip>
          <a:stretch>
            <a:fillRect/>
          </a:stretch>
        </p:blipFill>
        <p:spPr>
          <a:xfrm>
            <a:off x="6134100" y="4754613"/>
            <a:ext cx="5985651" cy="13651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336" name="Shape 336"/>
        <p:cNvGrpSpPr/>
        <p:nvPr/>
      </p:nvGrpSpPr>
      <p:grpSpPr>
        <a:xfrm>
          <a:off x="0" y="0"/>
          <a:ext cx="0" cy="0"/>
          <a:chOff x="0" y="0"/>
          <a:chExt cx="0" cy="0"/>
        </a:xfrm>
      </p:grpSpPr>
      <p:sp>
        <p:nvSpPr>
          <p:cNvPr id="337" name="Google Shape;337;p14"/>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4"/>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4"/>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341" name="Google Shape;341;p14"/>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342" name="Google Shape;342;p14"/>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4"/>
          <p:cNvSpPr/>
          <p:nvPr/>
        </p:nvSpPr>
        <p:spPr>
          <a:xfrm>
            <a:off x="812800" y="952500"/>
            <a:ext cx="50800" cy="728861"/>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4"/>
          <p:cNvSpPr/>
          <p:nvPr/>
        </p:nvSpPr>
        <p:spPr>
          <a:xfrm>
            <a:off x="1041400" y="952500"/>
            <a:ext cx="6076125"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300"/>
              <a:buFont typeface="DM Sans"/>
              <a:buNone/>
            </a:pPr>
            <a:r>
              <a:rPr b="1" i="0" lang="en-US" sz="1300" u="none" cap="none" strike="noStrike">
                <a:solidFill>
                  <a:srgbClr val="F2A93B"/>
                </a:solidFill>
                <a:latin typeface="DM Sans"/>
                <a:ea typeface="DM Sans"/>
                <a:cs typeface="DM Sans"/>
                <a:sym typeface="DM Sans"/>
              </a:rPr>
              <a:t>MODULE 4 · </a:t>
            </a:r>
            <a:r>
              <a:rPr b="1" lang="en-US" sz="1300">
                <a:solidFill>
                  <a:srgbClr val="F2A93B"/>
                </a:solidFill>
                <a:latin typeface="DM Sans"/>
                <a:ea typeface="DM Sans"/>
                <a:cs typeface="DM Sans"/>
                <a:sym typeface="DM Sans"/>
              </a:rPr>
              <a:t>SANJIDA</a:t>
            </a:r>
            <a:endParaRPr b="0" i="0" sz="1300" u="none" cap="none" strike="noStrike">
              <a:solidFill>
                <a:schemeClr val="lt1"/>
              </a:solidFill>
              <a:latin typeface="DM Sans"/>
              <a:ea typeface="DM Sans"/>
              <a:cs typeface="DM Sans"/>
              <a:sym typeface="DM Sans"/>
            </a:endParaRPr>
          </a:p>
        </p:txBody>
      </p:sp>
      <p:sp>
        <p:nvSpPr>
          <p:cNvPr id="345" name="Google Shape;345;p14"/>
          <p:cNvSpPr txBox="1"/>
          <p:nvPr>
            <p:ph type="title"/>
          </p:nvPr>
        </p:nvSpPr>
        <p:spPr>
          <a:xfrm>
            <a:off x="1041400" y="1234380"/>
            <a:ext cx="7078980"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SEARCH, EDIT AND DELETE</a:t>
            </a:r>
            <a:endParaRPr sz="3200"/>
          </a:p>
        </p:txBody>
      </p:sp>
      <p:sp>
        <p:nvSpPr>
          <p:cNvPr id="346" name="Google Shape;346;p14"/>
          <p:cNvSpPr/>
          <p:nvPr/>
        </p:nvSpPr>
        <p:spPr>
          <a:xfrm>
            <a:off x="815975" y="1938536"/>
            <a:ext cx="5245100" cy="3900289"/>
          </a:xfrm>
          <a:prstGeom prst="roundRect">
            <a:avLst>
              <a:gd fmla="val 2524"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4"/>
          <p:cNvSpPr/>
          <p:nvPr/>
        </p:nvSpPr>
        <p:spPr>
          <a:xfrm>
            <a:off x="1067775" y="2215075"/>
            <a:ext cx="4741500" cy="990600"/>
          </a:xfrm>
          <a:prstGeom prst="rect">
            <a:avLst/>
          </a:prstGeom>
          <a:noFill/>
          <a:ln>
            <a:noFill/>
          </a:ln>
        </p:spPr>
        <p:txBody>
          <a:bodyPr anchorCtr="0" anchor="t" bIns="0" lIns="0" spcFirstLastPara="1" rIns="0" wrap="square" tIns="0">
            <a:noAutofit/>
          </a:bodyPr>
          <a:lstStyle/>
          <a:p>
            <a:pPr indent="-323850" lvl="0" marL="457200" rtl="0" algn="l">
              <a:lnSpc>
                <a:spcPct val="115000"/>
              </a:lnSpc>
              <a:spcBef>
                <a:spcPts val="1200"/>
              </a:spcBef>
              <a:spcAft>
                <a:spcPts val="0"/>
              </a:spcAft>
              <a:buClr>
                <a:schemeClr val="lt1"/>
              </a:buClr>
              <a:buSzPts val="1500"/>
              <a:buChar char="•"/>
            </a:pPr>
            <a:r>
              <a:rPr lang="en-US" sz="1500">
                <a:solidFill>
                  <a:schemeClr val="lt1"/>
                </a:solidFill>
              </a:rPr>
              <a:t>Search Entry: Finds diary entries using keywords.</a:t>
            </a:r>
            <a:endParaRPr sz="1500">
              <a:solidFill>
                <a:schemeClr val="lt1"/>
              </a:solidFill>
            </a:endParaRPr>
          </a:p>
          <a:p>
            <a:pPr indent="-323850" lvl="0" marL="457200" rtl="0" algn="l">
              <a:lnSpc>
                <a:spcPct val="115000"/>
              </a:lnSpc>
              <a:spcBef>
                <a:spcPts val="0"/>
              </a:spcBef>
              <a:spcAft>
                <a:spcPts val="0"/>
              </a:spcAft>
              <a:buClr>
                <a:schemeClr val="lt1"/>
              </a:buClr>
              <a:buSzPts val="1500"/>
              <a:buChar char="•"/>
            </a:pPr>
            <a:r>
              <a:rPr lang="en-US" sz="1500">
                <a:solidFill>
                  <a:schemeClr val="lt1"/>
                </a:solidFill>
              </a:rPr>
              <a:t>Edit Entry: Modifies and saves an existing entry.</a:t>
            </a:r>
            <a:endParaRPr sz="1500">
              <a:solidFill>
                <a:schemeClr val="lt1"/>
              </a:solidFill>
            </a:endParaRPr>
          </a:p>
          <a:p>
            <a:pPr indent="-323850" lvl="0" marL="457200" rtl="0" algn="l">
              <a:lnSpc>
                <a:spcPct val="115000"/>
              </a:lnSpc>
              <a:spcBef>
                <a:spcPts val="0"/>
              </a:spcBef>
              <a:spcAft>
                <a:spcPts val="0"/>
              </a:spcAft>
              <a:buClr>
                <a:schemeClr val="lt1"/>
              </a:buClr>
              <a:buSzPts val="1500"/>
              <a:buChar char="•"/>
            </a:pPr>
            <a:r>
              <a:rPr lang="en-US" sz="1500">
                <a:solidFill>
                  <a:schemeClr val="lt1"/>
                </a:solidFill>
              </a:rPr>
              <a:t>Delete Entry: Removes a selected diary entry.</a:t>
            </a:r>
            <a:endParaRPr sz="1500">
              <a:solidFill>
                <a:schemeClr val="lt1"/>
              </a:solidFill>
            </a:endParaRPr>
          </a:p>
          <a:p>
            <a:pPr indent="0" lvl="0" marL="0" marR="0" rtl="0" algn="l">
              <a:lnSpc>
                <a:spcPct val="160000"/>
              </a:lnSpc>
              <a:spcBef>
                <a:spcPts val="1200"/>
              </a:spcBef>
              <a:spcAft>
                <a:spcPts val="0"/>
              </a:spcAft>
              <a:buNone/>
            </a:pPr>
            <a:r>
              <a:t/>
            </a:r>
            <a:endParaRPr sz="1500">
              <a:solidFill>
                <a:srgbClr val="C5D6D6"/>
              </a:solidFill>
              <a:latin typeface="DM Sans"/>
              <a:ea typeface="DM Sans"/>
              <a:cs typeface="DM Sans"/>
              <a:sym typeface="DM Sans"/>
            </a:endParaRPr>
          </a:p>
        </p:txBody>
      </p:sp>
      <p:sp>
        <p:nvSpPr>
          <p:cNvPr id="348" name="Google Shape;348;p14"/>
          <p:cNvSpPr/>
          <p:nvPr/>
        </p:nvSpPr>
        <p:spPr>
          <a:xfrm>
            <a:off x="6324600" y="1941711"/>
            <a:ext cx="5048250" cy="3893939"/>
          </a:xfrm>
          <a:prstGeom prst="roundRect">
            <a:avLst>
              <a:gd fmla="val 2446" name="adj"/>
            </a:avLst>
          </a:prstGeom>
          <a:noFill/>
          <a:ln cap="flat" cmpd="sng" w="12700">
            <a:solidFill>
              <a:srgbClr val="3C8A9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4"/>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
        <p:nvSpPr>
          <p:cNvPr id="350" name="Google Shape;350;p14"/>
          <p:cNvSpPr/>
          <p:nvPr/>
        </p:nvSpPr>
        <p:spPr>
          <a:xfrm>
            <a:off x="1123875" y="3294527"/>
            <a:ext cx="4629300" cy="1275300"/>
          </a:xfrm>
          <a:prstGeom prst="roundRect">
            <a:avLst>
              <a:gd fmla="val 9780" name="adj"/>
            </a:avLst>
          </a:prstGeom>
          <a:solidFill>
            <a:srgbClr val="0B3B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351" name="Google Shape;351;p14"/>
          <p:cNvPicPr preferRelativeResize="0"/>
          <p:nvPr/>
        </p:nvPicPr>
        <p:blipFill rotWithShape="1">
          <a:blip r:embed="rId4">
            <a:alphaModFix/>
          </a:blip>
          <a:srcRect b="0" l="-302" r="-312" t="0"/>
          <a:stretch/>
        </p:blipFill>
        <p:spPr>
          <a:xfrm>
            <a:off x="1280900" y="3723587"/>
            <a:ext cx="293886" cy="355600"/>
          </a:xfrm>
          <a:prstGeom prst="rect">
            <a:avLst/>
          </a:prstGeom>
          <a:noFill/>
          <a:ln>
            <a:noFill/>
          </a:ln>
        </p:spPr>
      </p:pic>
      <p:pic>
        <p:nvPicPr>
          <p:cNvPr descr="Clock" id="352" name="Google Shape;352;p14"/>
          <p:cNvPicPr preferRelativeResize="0"/>
          <p:nvPr/>
        </p:nvPicPr>
        <p:blipFill rotWithShape="1">
          <a:blip r:embed="rId5">
            <a:alphaModFix/>
          </a:blip>
          <a:srcRect b="-454" l="0" r="0" t="-454"/>
          <a:stretch/>
        </p:blipFill>
        <p:spPr>
          <a:xfrm>
            <a:off x="1257925" y="5025245"/>
            <a:ext cx="339824" cy="355600"/>
          </a:xfrm>
          <a:prstGeom prst="rect">
            <a:avLst/>
          </a:prstGeom>
          <a:noFill/>
          <a:ln>
            <a:noFill/>
          </a:ln>
        </p:spPr>
      </p:pic>
      <p:sp>
        <p:nvSpPr>
          <p:cNvPr id="353" name="Google Shape;353;p14"/>
          <p:cNvSpPr/>
          <p:nvPr/>
        </p:nvSpPr>
        <p:spPr>
          <a:xfrm>
            <a:off x="1123875" y="4769835"/>
            <a:ext cx="4629300" cy="728700"/>
          </a:xfrm>
          <a:prstGeom prst="roundRect">
            <a:avLst>
              <a:gd fmla="val 9780" name="adj"/>
            </a:avLst>
          </a:prstGeom>
          <a:solidFill>
            <a:srgbClr val="0B3B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d="354" name="Google Shape;354;p14"/>
          <p:cNvPicPr preferRelativeResize="0"/>
          <p:nvPr/>
        </p:nvPicPr>
        <p:blipFill rotWithShape="1">
          <a:blip r:embed="rId5">
            <a:alphaModFix/>
          </a:blip>
          <a:srcRect b="-454" l="0" r="0" t="-454"/>
          <a:stretch/>
        </p:blipFill>
        <p:spPr>
          <a:xfrm>
            <a:off x="1257925" y="4956382"/>
            <a:ext cx="339824" cy="355600"/>
          </a:xfrm>
          <a:prstGeom prst="rect">
            <a:avLst/>
          </a:prstGeom>
          <a:noFill/>
          <a:ln>
            <a:noFill/>
          </a:ln>
        </p:spPr>
      </p:pic>
      <p:sp>
        <p:nvSpPr>
          <p:cNvPr id="355" name="Google Shape;355;p14"/>
          <p:cNvSpPr txBox="1"/>
          <p:nvPr/>
        </p:nvSpPr>
        <p:spPr>
          <a:xfrm>
            <a:off x="1597750" y="3398725"/>
            <a:ext cx="854700" cy="3693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1200">
                <a:solidFill>
                  <a:schemeClr val="accent6"/>
                </a:solidFill>
                <a:latin typeface="DM Sans"/>
                <a:ea typeface="DM Sans"/>
                <a:cs typeface="DM Sans"/>
                <a:sym typeface="DM Sans"/>
              </a:rPr>
              <a:t>D</a:t>
            </a:r>
            <a:r>
              <a:rPr b="1" lang="en-US" sz="1200">
                <a:solidFill>
                  <a:schemeClr val="accent6"/>
                </a:solidFill>
                <a:latin typeface="DM Sans"/>
                <a:ea typeface="DM Sans"/>
                <a:cs typeface="DM Sans"/>
                <a:sym typeface="DM Sans"/>
              </a:rPr>
              <a:t>O</a:t>
            </a:r>
            <a:r>
              <a:rPr b="1" lang="en-US" sz="1200">
                <a:solidFill>
                  <a:schemeClr val="accent6"/>
                </a:solidFill>
                <a:latin typeface="DM Sans"/>
                <a:ea typeface="DM Sans"/>
                <a:cs typeface="DM Sans"/>
                <a:sym typeface="DM Sans"/>
              </a:rPr>
              <a:t>NE</a:t>
            </a:r>
            <a:endParaRPr sz="1600">
              <a:solidFill>
                <a:srgbClr val="FAF9F5"/>
              </a:solidFill>
              <a:latin typeface="DM Sans"/>
              <a:ea typeface="DM Sans"/>
              <a:cs typeface="DM Sans"/>
              <a:sym typeface="DM Sans"/>
            </a:endParaRPr>
          </a:p>
        </p:txBody>
      </p:sp>
      <p:sp>
        <p:nvSpPr>
          <p:cNvPr id="356" name="Google Shape;356;p14"/>
          <p:cNvSpPr txBox="1"/>
          <p:nvPr/>
        </p:nvSpPr>
        <p:spPr>
          <a:xfrm>
            <a:off x="1695400" y="4825388"/>
            <a:ext cx="2251200" cy="3555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US" sz="1200">
                <a:solidFill>
                  <a:schemeClr val="accent1"/>
                </a:solidFill>
                <a:latin typeface="DM Sans"/>
                <a:ea typeface="DM Sans"/>
                <a:cs typeface="DM Sans"/>
                <a:sym typeface="DM Sans"/>
              </a:rPr>
              <a:t>PENDING</a:t>
            </a:r>
            <a:endParaRPr sz="1600">
              <a:solidFill>
                <a:srgbClr val="FAF9F5"/>
              </a:solidFill>
              <a:latin typeface="DM Sans"/>
              <a:ea typeface="DM Sans"/>
              <a:cs typeface="DM Sans"/>
              <a:sym typeface="DM Sans"/>
            </a:endParaRPr>
          </a:p>
        </p:txBody>
      </p:sp>
      <p:sp>
        <p:nvSpPr>
          <p:cNvPr id="357" name="Google Shape;357;p14"/>
          <p:cNvSpPr txBox="1"/>
          <p:nvPr/>
        </p:nvSpPr>
        <p:spPr>
          <a:xfrm>
            <a:off x="1597750" y="3714000"/>
            <a:ext cx="4365600" cy="9093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US" sz="1500">
                <a:solidFill>
                  <a:srgbClr val="F2F6F5"/>
                </a:solidFill>
                <a:latin typeface="DM Sans"/>
                <a:ea typeface="DM Sans"/>
                <a:cs typeface="DM Sans"/>
                <a:sym typeface="DM Sans"/>
              </a:rPr>
              <a:t>Delet</a:t>
            </a:r>
            <a:r>
              <a:rPr lang="en-US" sz="1500">
                <a:solidFill>
                  <a:srgbClr val="F2F6F5"/>
                </a:solidFill>
                <a:latin typeface="DM Sans"/>
                <a:ea typeface="DM Sans"/>
                <a:cs typeface="DM Sans"/>
                <a:sym typeface="DM Sans"/>
              </a:rPr>
              <a:t>e</a:t>
            </a:r>
            <a:r>
              <a:rPr lang="en-US" sz="1500">
                <a:solidFill>
                  <a:srgbClr val="F2F6F5"/>
                </a:solidFill>
                <a:latin typeface="DM Sans"/>
                <a:ea typeface="DM Sans"/>
                <a:cs typeface="DM Sans"/>
                <a:sym typeface="DM Sans"/>
              </a:rPr>
              <a:t> Entry: Checks existing entries, asks confirmation before proceeding. </a:t>
            </a:r>
            <a:endParaRPr sz="1600">
              <a:solidFill>
                <a:srgbClr val="FAF9F5"/>
              </a:solidFill>
              <a:latin typeface="DM Sans"/>
              <a:ea typeface="DM Sans"/>
              <a:cs typeface="DM Sans"/>
              <a:sym typeface="DM Sans"/>
            </a:endParaRPr>
          </a:p>
        </p:txBody>
      </p:sp>
      <p:sp>
        <p:nvSpPr>
          <p:cNvPr id="358" name="Google Shape;358;p14"/>
          <p:cNvSpPr txBox="1"/>
          <p:nvPr/>
        </p:nvSpPr>
        <p:spPr>
          <a:xfrm>
            <a:off x="1695400" y="5042800"/>
            <a:ext cx="3224400" cy="5802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US" sz="1500">
                <a:solidFill>
                  <a:srgbClr val="F2F6F5"/>
                </a:solidFill>
                <a:latin typeface="DM Sans"/>
                <a:ea typeface="DM Sans"/>
                <a:cs typeface="DM Sans"/>
                <a:sym typeface="DM Sans"/>
              </a:rPr>
              <a:t>Search Entry  ·  Edit Entry</a:t>
            </a:r>
            <a:endParaRPr sz="1600">
              <a:solidFill>
                <a:srgbClr val="FAF9F5"/>
              </a:solidFill>
              <a:latin typeface="DM Sans"/>
              <a:ea typeface="DM Sans"/>
              <a:cs typeface="DM Sans"/>
              <a:sym typeface="DM Sans"/>
            </a:endParaRPr>
          </a:p>
        </p:txBody>
      </p:sp>
      <p:pic>
        <p:nvPicPr>
          <p:cNvPr id="359" name="Google Shape;359;p14" title="delete_entry_flowchart.png"/>
          <p:cNvPicPr preferRelativeResize="0"/>
          <p:nvPr/>
        </p:nvPicPr>
        <p:blipFill>
          <a:blip r:embed="rId6">
            <a:alphaModFix/>
          </a:blip>
          <a:stretch>
            <a:fillRect/>
          </a:stretch>
        </p:blipFill>
        <p:spPr>
          <a:xfrm>
            <a:off x="9471075" y="1914663"/>
            <a:ext cx="1882726" cy="3973448"/>
          </a:xfrm>
          <a:prstGeom prst="rect">
            <a:avLst/>
          </a:prstGeom>
          <a:noFill/>
          <a:ln cap="flat" cmpd="sng" w="12700">
            <a:solidFill>
              <a:srgbClr val="3C8A96"/>
            </a:solidFill>
            <a:prstDash val="dash"/>
            <a:round/>
            <a:headEnd len="sm" w="sm" type="none"/>
            <a:tailEnd len="sm" w="sm" type="none"/>
          </a:ln>
        </p:spPr>
      </p:pic>
      <p:pic>
        <p:nvPicPr>
          <p:cNvPr id="360" name="Google Shape;360;p14"/>
          <p:cNvPicPr preferRelativeResize="0"/>
          <p:nvPr/>
        </p:nvPicPr>
        <p:blipFill>
          <a:blip r:embed="rId7">
            <a:alphaModFix/>
          </a:blip>
          <a:stretch>
            <a:fillRect/>
          </a:stretch>
        </p:blipFill>
        <p:spPr>
          <a:xfrm>
            <a:off x="6274575" y="1874888"/>
            <a:ext cx="3110551" cy="4052987"/>
          </a:xfrm>
          <a:prstGeom prst="rect">
            <a:avLst/>
          </a:prstGeom>
          <a:noFill/>
          <a:ln cap="flat" cmpd="sng" w="12700">
            <a:solidFill>
              <a:srgbClr val="3C8A96"/>
            </a:solidFill>
            <a:prstDash val="dash"/>
            <a:round/>
            <a:headEnd len="sm" w="sm" type="none"/>
            <a:tailEnd len="sm" w="sm" type="none"/>
          </a:ln>
        </p:spPr>
      </p:pic>
      <p:pic>
        <p:nvPicPr>
          <p:cNvPr id="361" name="Google Shape;361;p14"/>
          <p:cNvPicPr preferRelativeResize="0"/>
          <p:nvPr/>
        </p:nvPicPr>
        <p:blipFill rotWithShape="1">
          <a:blip r:embed="rId8">
            <a:alphaModFix/>
          </a:blip>
          <a:srcRect b="0" l="3523" r="12802" t="0"/>
          <a:stretch/>
        </p:blipFill>
        <p:spPr>
          <a:xfrm>
            <a:off x="6274575" y="4956375"/>
            <a:ext cx="3110550" cy="873975"/>
          </a:xfrm>
          <a:prstGeom prst="rect">
            <a:avLst/>
          </a:prstGeom>
          <a:noFill/>
          <a:ln cap="flat" cmpd="sng" w="12700">
            <a:solidFill>
              <a:srgbClr val="3C8A96"/>
            </a:solidFill>
            <a:prstDash val="dash"/>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366" name="Shape 366"/>
        <p:cNvGrpSpPr/>
        <p:nvPr/>
      </p:nvGrpSpPr>
      <p:grpSpPr>
        <a:xfrm>
          <a:off x="0" y="0"/>
          <a:ext cx="0" cy="0"/>
          <a:chOff x="0" y="0"/>
          <a:chExt cx="0" cy="0"/>
        </a:xfrm>
      </p:grpSpPr>
      <p:sp>
        <p:nvSpPr>
          <p:cNvPr id="367" name="Google Shape;367;p15"/>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372" name="Google Shape;372;p15"/>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373" name="Google Shape;373;p15"/>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812800" y="952500"/>
            <a:ext cx="50800" cy="728861"/>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p:nvPr/>
        </p:nvSpPr>
        <p:spPr>
          <a:xfrm>
            <a:off x="1041400" y="952500"/>
            <a:ext cx="2030730"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300"/>
              <a:buFont typeface="DM Sans"/>
              <a:buNone/>
            </a:pPr>
            <a:r>
              <a:rPr b="1" i="0" lang="en-US" sz="1300" u="none" cap="none" strike="noStrike">
                <a:solidFill>
                  <a:srgbClr val="F2A93B"/>
                </a:solidFill>
                <a:latin typeface="DM Sans"/>
                <a:ea typeface="DM Sans"/>
                <a:cs typeface="DM Sans"/>
                <a:sym typeface="DM Sans"/>
              </a:rPr>
              <a:t>MODULE 5 · ELMA</a:t>
            </a:r>
            <a:endParaRPr b="0" i="0" sz="1300" u="none" cap="none" strike="noStrike">
              <a:solidFill>
                <a:schemeClr val="lt1"/>
              </a:solidFill>
              <a:latin typeface="DM Sans"/>
              <a:ea typeface="DM Sans"/>
              <a:cs typeface="DM Sans"/>
              <a:sym typeface="DM Sans"/>
            </a:endParaRPr>
          </a:p>
        </p:txBody>
      </p:sp>
      <p:sp>
        <p:nvSpPr>
          <p:cNvPr id="376" name="Google Shape;376;p15"/>
          <p:cNvSpPr txBox="1"/>
          <p:nvPr>
            <p:ph type="title"/>
          </p:nvPr>
        </p:nvSpPr>
        <p:spPr>
          <a:xfrm>
            <a:off x="1041400" y="1234380"/>
            <a:ext cx="1743075" cy="47238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F2F6F5"/>
              </a:buClr>
              <a:buSzPct val="100000"/>
              <a:buFont typeface="Montserrat"/>
              <a:buNone/>
            </a:pPr>
            <a:r>
              <a:rPr b="1" i="0" lang="en-US" sz="3200">
                <a:solidFill>
                  <a:srgbClr val="F2F6F5"/>
                </a:solidFill>
                <a:latin typeface="Montserrat"/>
                <a:ea typeface="Montserrat"/>
                <a:cs typeface="Montserrat"/>
                <a:sym typeface="Montserrat"/>
              </a:rPr>
              <a:t>MAIN()</a:t>
            </a:r>
            <a:endParaRPr sz="3200"/>
          </a:p>
        </p:txBody>
      </p:sp>
      <p:sp>
        <p:nvSpPr>
          <p:cNvPr id="377" name="Google Shape;377;p15"/>
          <p:cNvSpPr/>
          <p:nvPr/>
        </p:nvSpPr>
        <p:spPr>
          <a:xfrm>
            <a:off x="815975" y="1938536"/>
            <a:ext cx="5245100" cy="3900289"/>
          </a:xfrm>
          <a:prstGeom prst="roundRect">
            <a:avLst>
              <a:gd fmla="val 2524"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1123950" y="2246511"/>
            <a:ext cx="4768025" cy="3276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F6F5"/>
              </a:buClr>
              <a:buSzPts val="1700"/>
              <a:buFont typeface="DM Sans"/>
              <a:buNone/>
            </a:pPr>
            <a:r>
              <a:rPr b="0" i="0" lang="en-US" sz="1700" u="none" cap="none" strike="noStrike">
                <a:solidFill>
                  <a:srgbClr val="F2F6F5"/>
                </a:solidFill>
                <a:latin typeface="DM Sans"/>
                <a:ea typeface="DM Sans"/>
                <a:cs typeface="DM Sans"/>
                <a:sym typeface="DM Sans"/>
              </a:rPr>
              <a:t>The menu that ties every module together.</a:t>
            </a:r>
            <a:endParaRPr b="0" i="0" sz="1700" u="none" cap="none" strike="noStrike">
              <a:solidFill>
                <a:schemeClr val="lt1"/>
              </a:solidFill>
              <a:latin typeface="DM Sans"/>
              <a:ea typeface="DM Sans"/>
              <a:cs typeface="DM Sans"/>
              <a:sym typeface="DM Sans"/>
            </a:endParaRPr>
          </a:p>
        </p:txBody>
      </p:sp>
      <p:sp>
        <p:nvSpPr>
          <p:cNvPr id="379" name="Google Shape;379;p15"/>
          <p:cNvSpPr/>
          <p:nvPr/>
        </p:nvSpPr>
        <p:spPr>
          <a:xfrm>
            <a:off x="1144270" y="2701131"/>
            <a:ext cx="4741608" cy="939800"/>
          </a:xfrm>
          <a:prstGeom prst="rect">
            <a:avLst/>
          </a:prstGeom>
          <a:noFill/>
          <a:ln>
            <a:noFill/>
          </a:ln>
        </p:spPr>
        <p:txBody>
          <a:bodyPr anchorCtr="0" anchor="t" bIns="0" lIns="0" spcFirstLastPara="1" rIns="0" wrap="square" tIns="0">
            <a:noAutofit/>
          </a:bodyPr>
          <a:lstStyle/>
          <a:p>
            <a:pPr indent="-182880" lvl="0" marL="182880" marR="0" rtl="0" algn="l">
              <a:lnSpc>
                <a:spcPct val="160000"/>
              </a:lnSpc>
              <a:spcBef>
                <a:spcPts val="0"/>
              </a:spcBef>
              <a:spcAft>
                <a:spcPts val="0"/>
              </a:spcAft>
              <a:buClr>
                <a:srgbClr val="C5D6D6"/>
              </a:buClr>
              <a:buSzPts val="1500"/>
              <a:buFont typeface="DM Sans"/>
              <a:buChar char="•"/>
            </a:pPr>
            <a:r>
              <a:rPr b="0" i="0" lang="en-US" sz="1500" u="none" cap="none" strike="noStrike">
                <a:solidFill>
                  <a:srgbClr val="C5D6D6"/>
                </a:solidFill>
                <a:latin typeface="DM Sans"/>
                <a:ea typeface="DM Sans"/>
                <a:cs typeface="DM Sans"/>
                <a:sym typeface="DM Sans"/>
              </a:rPr>
              <a:t>Starts with login, then opens the diary</a:t>
            </a:r>
            <a:endParaRPr b="0" i="0" sz="1500" u="none" cap="none" strike="noStrike">
              <a:solidFill>
                <a:schemeClr val="lt1"/>
              </a:solidFill>
              <a:latin typeface="DM Sans"/>
              <a:ea typeface="DM Sans"/>
              <a:cs typeface="DM Sans"/>
              <a:sym typeface="DM Sans"/>
            </a:endParaRPr>
          </a:p>
          <a:p>
            <a:pPr indent="-182880" lvl="0" marL="182880" marR="0" rtl="0" algn="l">
              <a:lnSpc>
                <a:spcPct val="160000"/>
              </a:lnSpc>
              <a:spcBef>
                <a:spcPts val="0"/>
              </a:spcBef>
              <a:spcAft>
                <a:spcPts val="0"/>
              </a:spcAft>
              <a:buClr>
                <a:srgbClr val="C5D6D6"/>
              </a:buClr>
              <a:buSzPts val="1500"/>
              <a:buFont typeface="DM Sans"/>
              <a:buChar char="•"/>
            </a:pPr>
            <a:r>
              <a:rPr b="0" i="0" lang="en-US" sz="1500" u="none" cap="none" strike="noStrike">
                <a:solidFill>
                  <a:srgbClr val="C5D6D6"/>
                </a:solidFill>
                <a:latin typeface="DM Sans"/>
                <a:ea typeface="DM Sans"/>
                <a:cs typeface="DM Sans"/>
                <a:sym typeface="DM Sans"/>
              </a:rPr>
              <a:t>Shows the main menu</a:t>
            </a:r>
            <a:endParaRPr b="0" i="0" sz="1500" u="none" cap="none" strike="noStrike">
              <a:solidFill>
                <a:schemeClr val="lt1"/>
              </a:solidFill>
              <a:latin typeface="DM Sans"/>
              <a:ea typeface="DM Sans"/>
              <a:cs typeface="DM Sans"/>
              <a:sym typeface="DM Sans"/>
            </a:endParaRPr>
          </a:p>
          <a:p>
            <a:pPr indent="-182880" lvl="0" marL="182880" marR="0" rtl="0" algn="l">
              <a:lnSpc>
                <a:spcPct val="160000"/>
              </a:lnSpc>
              <a:spcBef>
                <a:spcPts val="0"/>
              </a:spcBef>
              <a:spcAft>
                <a:spcPts val="0"/>
              </a:spcAft>
              <a:buClr>
                <a:srgbClr val="C5D6D6"/>
              </a:buClr>
              <a:buSzPts val="1500"/>
              <a:buFont typeface="DM Sans"/>
              <a:buChar char="•"/>
            </a:pPr>
            <a:r>
              <a:rPr b="0" i="0" lang="en-US" sz="1500" u="none" cap="none" strike="noStrike">
                <a:solidFill>
                  <a:srgbClr val="C5D6D6"/>
                </a:solidFill>
                <a:latin typeface="DM Sans"/>
                <a:ea typeface="DM Sans"/>
                <a:cs typeface="DM Sans"/>
                <a:sym typeface="DM Sans"/>
              </a:rPr>
              <a:t>Calls the right module for each choice</a:t>
            </a:r>
            <a:endParaRPr b="0" i="0" sz="1500" u="none" cap="none" strike="noStrike">
              <a:solidFill>
                <a:schemeClr val="lt1"/>
              </a:solidFill>
              <a:latin typeface="DM Sans"/>
              <a:ea typeface="DM Sans"/>
              <a:cs typeface="DM Sans"/>
              <a:sym typeface="DM Sans"/>
            </a:endParaRPr>
          </a:p>
        </p:txBody>
      </p:sp>
      <p:sp>
        <p:nvSpPr>
          <p:cNvPr id="380" name="Google Shape;380;p15"/>
          <p:cNvSpPr/>
          <p:nvPr/>
        </p:nvSpPr>
        <p:spPr>
          <a:xfrm>
            <a:off x="6330800" y="1941686"/>
            <a:ext cx="5048400" cy="3894000"/>
          </a:xfrm>
          <a:prstGeom prst="roundRect">
            <a:avLst>
              <a:gd fmla="val 0" name="adj"/>
            </a:avLst>
          </a:prstGeom>
          <a:noFill/>
          <a:ln cap="flat" cmpd="sng" w="12700">
            <a:solidFill>
              <a:srgbClr val="3C8A9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pic>
        <p:nvPicPr>
          <p:cNvPr id="382" name="Google Shape;382;p15"/>
          <p:cNvPicPr preferRelativeResize="0"/>
          <p:nvPr/>
        </p:nvPicPr>
        <p:blipFill>
          <a:blip r:embed="rId4">
            <a:alphaModFix/>
          </a:blip>
          <a:stretch>
            <a:fillRect/>
          </a:stretch>
        </p:blipFill>
        <p:spPr>
          <a:xfrm>
            <a:off x="6259950" y="1938525"/>
            <a:ext cx="5550127" cy="3893999"/>
          </a:xfrm>
          <a:prstGeom prst="rect">
            <a:avLst/>
          </a:prstGeom>
          <a:noFill/>
          <a:ln cap="flat" cmpd="sng" w="12700">
            <a:solidFill>
              <a:srgbClr val="3C8A96"/>
            </a:solidFill>
            <a:prstDash val="dash"/>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387" name="Shape 387"/>
        <p:cNvGrpSpPr/>
        <p:nvPr/>
      </p:nvGrpSpPr>
      <p:grpSpPr>
        <a:xfrm>
          <a:off x="0" y="0"/>
          <a:ext cx="0" cy="0"/>
          <a:chOff x="0" y="0"/>
          <a:chExt cx="0" cy="0"/>
        </a:xfrm>
      </p:grpSpPr>
      <p:sp>
        <p:nvSpPr>
          <p:cNvPr id="388" name="Google Shape;388;p16"/>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393" name="Google Shape;393;p16"/>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394" name="Google Shape;394;p16"/>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6"/>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
          <p:cNvSpPr txBox="1"/>
          <p:nvPr>
            <p:ph type="title"/>
          </p:nvPr>
        </p:nvSpPr>
        <p:spPr>
          <a:xfrm>
            <a:off x="1041400" y="952500"/>
            <a:ext cx="5435600"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CURRENT PROGRESS</a:t>
            </a:r>
            <a:endParaRPr sz="3200"/>
          </a:p>
        </p:txBody>
      </p:sp>
      <p:sp>
        <p:nvSpPr>
          <p:cNvPr id="397" name="Google Shape;397;p16"/>
          <p:cNvSpPr/>
          <p:nvPr/>
        </p:nvSpPr>
        <p:spPr>
          <a:xfrm>
            <a:off x="812800" y="1577280"/>
            <a:ext cx="10883392"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5D6D6"/>
              </a:buClr>
              <a:buSzPts val="1400"/>
              <a:buFont typeface="DM Sans"/>
              <a:buNone/>
            </a:pPr>
            <a:r>
              <a:rPr b="0" i="0" lang="en-US" sz="1400" u="none" cap="none" strike="noStrike">
                <a:solidFill>
                  <a:srgbClr val="C5D6D6"/>
                </a:solidFill>
                <a:latin typeface="DM Sans"/>
                <a:ea typeface="DM Sans"/>
                <a:cs typeface="DM Sans"/>
                <a:sym typeface="DM Sans"/>
              </a:rPr>
              <a:t>4 of 8 steps done · 1 in progress · 3 to be done</a:t>
            </a:r>
            <a:endParaRPr b="0" i="0" sz="1400" u="none" cap="none" strike="noStrike">
              <a:solidFill>
                <a:schemeClr val="lt1"/>
              </a:solidFill>
              <a:latin typeface="DM Sans"/>
              <a:ea typeface="DM Sans"/>
              <a:cs typeface="DM Sans"/>
              <a:sym typeface="DM Sans"/>
            </a:endParaRPr>
          </a:p>
        </p:txBody>
      </p:sp>
      <p:sp>
        <p:nvSpPr>
          <p:cNvPr id="398" name="Google Shape;398;p16"/>
          <p:cNvSpPr/>
          <p:nvPr/>
        </p:nvSpPr>
        <p:spPr>
          <a:xfrm>
            <a:off x="812800" y="2003921"/>
            <a:ext cx="1276350" cy="101600"/>
          </a:xfrm>
          <a:prstGeom prst="roundRect">
            <a:avLst>
              <a:gd fmla="val 50000" name="adj"/>
            </a:avLst>
          </a:prstGeom>
          <a:solidFill>
            <a:srgbClr val="5EE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6"/>
          <p:cNvSpPr/>
          <p:nvPr/>
        </p:nvSpPr>
        <p:spPr>
          <a:xfrm>
            <a:off x="2139950" y="2003921"/>
            <a:ext cx="1276350" cy="101600"/>
          </a:xfrm>
          <a:prstGeom prst="roundRect">
            <a:avLst>
              <a:gd fmla="val 50000" name="adj"/>
            </a:avLst>
          </a:prstGeom>
          <a:solidFill>
            <a:srgbClr val="5EE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6"/>
          <p:cNvSpPr/>
          <p:nvPr/>
        </p:nvSpPr>
        <p:spPr>
          <a:xfrm>
            <a:off x="3467100" y="2003921"/>
            <a:ext cx="1276350" cy="101600"/>
          </a:xfrm>
          <a:prstGeom prst="roundRect">
            <a:avLst>
              <a:gd fmla="val 50000" name="adj"/>
            </a:avLst>
          </a:prstGeom>
          <a:solidFill>
            <a:srgbClr val="5EE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a:off x="4794250" y="2003921"/>
            <a:ext cx="1276350" cy="101600"/>
          </a:xfrm>
          <a:prstGeom prst="roundRect">
            <a:avLst>
              <a:gd fmla="val 50000" name="adj"/>
            </a:avLst>
          </a:prstGeom>
          <a:solidFill>
            <a:srgbClr val="5EE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a:off x="6121400" y="2003921"/>
            <a:ext cx="1276350" cy="101600"/>
          </a:xfrm>
          <a:prstGeom prst="roundRect">
            <a:avLst>
              <a:gd fmla="val 50000"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
          <p:cNvSpPr/>
          <p:nvPr/>
        </p:nvSpPr>
        <p:spPr>
          <a:xfrm>
            <a:off x="8775700" y="2003921"/>
            <a:ext cx="1276350" cy="101600"/>
          </a:xfrm>
          <a:prstGeom prst="roundRect">
            <a:avLst>
              <a:gd fmla="val 50000" name="adj"/>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6"/>
          <p:cNvSpPr/>
          <p:nvPr/>
        </p:nvSpPr>
        <p:spPr>
          <a:xfrm>
            <a:off x="10102850" y="2003921"/>
            <a:ext cx="1276350" cy="101600"/>
          </a:xfrm>
          <a:prstGeom prst="roundRect">
            <a:avLst>
              <a:gd fmla="val 50000" name="adj"/>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p:nvPr/>
        </p:nvSpPr>
        <p:spPr>
          <a:xfrm>
            <a:off x="815975" y="2286496"/>
            <a:ext cx="2520950" cy="1696740"/>
          </a:xfrm>
          <a:prstGeom prst="roundRect">
            <a:avLst>
              <a:gd fmla="val 5801"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406" name="Google Shape;406;p16"/>
          <p:cNvPicPr preferRelativeResize="0"/>
          <p:nvPr/>
        </p:nvPicPr>
        <p:blipFill rotWithShape="1">
          <a:blip r:embed="rId4">
            <a:alphaModFix/>
          </a:blip>
          <a:srcRect b="0" l="0" r="0" t="0"/>
          <a:stretch/>
        </p:blipFill>
        <p:spPr>
          <a:xfrm>
            <a:off x="996950" y="2467471"/>
            <a:ext cx="304800" cy="304800"/>
          </a:xfrm>
          <a:prstGeom prst="rect">
            <a:avLst/>
          </a:prstGeom>
          <a:noFill/>
          <a:ln>
            <a:noFill/>
          </a:ln>
        </p:spPr>
      </p:pic>
      <p:sp>
        <p:nvSpPr>
          <p:cNvPr id="407" name="Google Shape;407;p16"/>
          <p:cNvSpPr/>
          <p:nvPr/>
        </p:nvSpPr>
        <p:spPr>
          <a:xfrm>
            <a:off x="1403350" y="2504281"/>
            <a:ext cx="616625"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E0B0"/>
              </a:buClr>
              <a:buSzPts val="1300"/>
              <a:buFont typeface="DM Sans"/>
              <a:buNone/>
            </a:pPr>
            <a:r>
              <a:rPr b="1" i="0" lang="en-US" sz="1300" u="none" cap="none" strike="noStrike">
                <a:solidFill>
                  <a:srgbClr val="5EE0B0"/>
                </a:solidFill>
                <a:latin typeface="DM Sans"/>
                <a:ea typeface="DM Sans"/>
                <a:cs typeface="DM Sans"/>
                <a:sym typeface="DM Sans"/>
              </a:rPr>
              <a:t>DONE</a:t>
            </a:r>
            <a:endParaRPr b="0" i="0" sz="1300" u="none" cap="none" strike="noStrike">
              <a:solidFill>
                <a:schemeClr val="lt1"/>
              </a:solidFill>
              <a:latin typeface="DM Sans"/>
              <a:ea typeface="DM Sans"/>
              <a:cs typeface="DM Sans"/>
              <a:sym typeface="DM Sans"/>
            </a:endParaRPr>
          </a:p>
        </p:txBody>
      </p:sp>
      <p:sp>
        <p:nvSpPr>
          <p:cNvPr id="408" name="Google Shape;408;p16"/>
          <p:cNvSpPr/>
          <p:nvPr/>
        </p:nvSpPr>
        <p:spPr>
          <a:xfrm>
            <a:off x="996950" y="3306961"/>
            <a:ext cx="2223770"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500"/>
              <a:buFont typeface="DM Sans"/>
              <a:buNone/>
            </a:pPr>
            <a:r>
              <a:rPr b="0" i="0" lang="en-US" sz="1500" u="none" cap="none" strike="noStrike">
                <a:solidFill>
                  <a:srgbClr val="F2F6F5"/>
                </a:solidFill>
                <a:latin typeface="DM Sans"/>
                <a:ea typeface="DM Sans"/>
                <a:cs typeface="DM Sans"/>
                <a:sym typeface="DM Sans"/>
              </a:rPr>
              <a:t>Identify structures, variables and constants</a:t>
            </a:r>
            <a:endParaRPr b="0" i="0" sz="1500" u="none" cap="none" strike="noStrike">
              <a:solidFill>
                <a:schemeClr val="lt1"/>
              </a:solidFill>
              <a:latin typeface="DM Sans"/>
              <a:ea typeface="DM Sans"/>
              <a:cs typeface="DM Sans"/>
              <a:sym typeface="DM Sans"/>
            </a:endParaRPr>
          </a:p>
        </p:txBody>
      </p:sp>
      <p:sp>
        <p:nvSpPr>
          <p:cNvPr id="409" name="Google Shape;409;p16"/>
          <p:cNvSpPr/>
          <p:nvPr/>
        </p:nvSpPr>
        <p:spPr>
          <a:xfrm>
            <a:off x="3495675" y="2286496"/>
            <a:ext cx="2520950" cy="1696740"/>
          </a:xfrm>
          <a:prstGeom prst="roundRect">
            <a:avLst>
              <a:gd fmla="val 5801"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410" name="Google Shape;410;p16"/>
          <p:cNvPicPr preferRelativeResize="0"/>
          <p:nvPr/>
        </p:nvPicPr>
        <p:blipFill rotWithShape="1">
          <a:blip r:embed="rId4">
            <a:alphaModFix/>
          </a:blip>
          <a:srcRect b="0" l="0" r="0" t="0"/>
          <a:stretch/>
        </p:blipFill>
        <p:spPr>
          <a:xfrm>
            <a:off x="3676650" y="2467471"/>
            <a:ext cx="304800" cy="304800"/>
          </a:xfrm>
          <a:prstGeom prst="rect">
            <a:avLst/>
          </a:prstGeom>
          <a:noFill/>
          <a:ln>
            <a:noFill/>
          </a:ln>
        </p:spPr>
      </p:pic>
      <p:sp>
        <p:nvSpPr>
          <p:cNvPr id="411" name="Google Shape;411;p16"/>
          <p:cNvSpPr/>
          <p:nvPr/>
        </p:nvSpPr>
        <p:spPr>
          <a:xfrm>
            <a:off x="4083050" y="2504281"/>
            <a:ext cx="616625"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E0B0"/>
              </a:buClr>
              <a:buSzPts val="1300"/>
              <a:buFont typeface="DM Sans"/>
              <a:buNone/>
            </a:pPr>
            <a:r>
              <a:rPr b="1" i="0" lang="en-US" sz="1300" u="none" cap="none" strike="noStrike">
                <a:solidFill>
                  <a:srgbClr val="5EE0B0"/>
                </a:solidFill>
                <a:latin typeface="DM Sans"/>
                <a:ea typeface="DM Sans"/>
                <a:cs typeface="DM Sans"/>
                <a:sym typeface="DM Sans"/>
              </a:rPr>
              <a:t>DONE</a:t>
            </a:r>
            <a:endParaRPr b="0" i="0" sz="1300" u="none" cap="none" strike="noStrike">
              <a:solidFill>
                <a:schemeClr val="lt1"/>
              </a:solidFill>
              <a:latin typeface="DM Sans"/>
              <a:ea typeface="DM Sans"/>
              <a:cs typeface="DM Sans"/>
              <a:sym typeface="DM Sans"/>
            </a:endParaRPr>
          </a:p>
        </p:txBody>
      </p:sp>
      <p:sp>
        <p:nvSpPr>
          <p:cNvPr id="412" name="Google Shape;412;p16"/>
          <p:cNvSpPr/>
          <p:nvPr/>
        </p:nvSpPr>
        <p:spPr>
          <a:xfrm>
            <a:off x="3676650" y="3306961"/>
            <a:ext cx="2223770"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500"/>
              <a:buFont typeface="DM Sans"/>
              <a:buNone/>
            </a:pPr>
            <a:r>
              <a:rPr b="0" i="0" lang="en-US" sz="1500" u="none" cap="none" strike="noStrike">
                <a:solidFill>
                  <a:srgbClr val="F2F6F5"/>
                </a:solidFill>
                <a:latin typeface="DM Sans"/>
                <a:ea typeface="DM Sans"/>
                <a:cs typeface="DM Sans"/>
                <a:sym typeface="DM Sans"/>
              </a:rPr>
              <a:t>Identify the header files to be used</a:t>
            </a:r>
            <a:endParaRPr b="0" i="0" sz="1500" u="none" cap="none" strike="noStrike">
              <a:solidFill>
                <a:schemeClr val="lt1"/>
              </a:solidFill>
              <a:latin typeface="DM Sans"/>
              <a:ea typeface="DM Sans"/>
              <a:cs typeface="DM Sans"/>
              <a:sym typeface="DM Sans"/>
            </a:endParaRPr>
          </a:p>
        </p:txBody>
      </p:sp>
      <p:sp>
        <p:nvSpPr>
          <p:cNvPr id="413" name="Google Shape;413;p16"/>
          <p:cNvSpPr/>
          <p:nvPr/>
        </p:nvSpPr>
        <p:spPr>
          <a:xfrm>
            <a:off x="6175375" y="2286496"/>
            <a:ext cx="2520950" cy="1696740"/>
          </a:xfrm>
          <a:prstGeom prst="roundRect">
            <a:avLst>
              <a:gd fmla="val 5801"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414" name="Google Shape;414;p16"/>
          <p:cNvPicPr preferRelativeResize="0"/>
          <p:nvPr/>
        </p:nvPicPr>
        <p:blipFill rotWithShape="1">
          <a:blip r:embed="rId4">
            <a:alphaModFix/>
          </a:blip>
          <a:srcRect b="0" l="0" r="0" t="0"/>
          <a:stretch/>
        </p:blipFill>
        <p:spPr>
          <a:xfrm>
            <a:off x="6356350" y="2467471"/>
            <a:ext cx="304800" cy="304800"/>
          </a:xfrm>
          <a:prstGeom prst="rect">
            <a:avLst/>
          </a:prstGeom>
          <a:noFill/>
          <a:ln>
            <a:noFill/>
          </a:ln>
        </p:spPr>
      </p:pic>
      <p:sp>
        <p:nvSpPr>
          <p:cNvPr id="415" name="Google Shape;415;p16"/>
          <p:cNvSpPr/>
          <p:nvPr/>
        </p:nvSpPr>
        <p:spPr>
          <a:xfrm>
            <a:off x="6762750" y="2504281"/>
            <a:ext cx="616625"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E0B0"/>
              </a:buClr>
              <a:buSzPts val="1300"/>
              <a:buFont typeface="DM Sans"/>
              <a:buNone/>
            </a:pPr>
            <a:r>
              <a:rPr b="1" i="0" lang="en-US" sz="1300" u="none" cap="none" strike="noStrike">
                <a:solidFill>
                  <a:srgbClr val="5EE0B0"/>
                </a:solidFill>
                <a:latin typeface="DM Sans"/>
                <a:ea typeface="DM Sans"/>
                <a:cs typeface="DM Sans"/>
                <a:sym typeface="DM Sans"/>
              </a:rPr>
              <a:t>DONE</a:t>
            </a:r>
            <a:endParaRPr b="0" i="0" sz="1300" u="none" cap="none" strike="noStrike">
              <a:solidFill>
                <a:schemeClr val="lt1"/>
              </a:solidFill>
              <a:latin typeface="DM Sans"/>
              <a:ea typeface="DM Sans"/>
              <a:cs typeface="DM Sans"/>
              <a:sym typeface="DM Sans"/>
            </a:endParaRPr>
          </a:p>
        </p:txBody>
      </p:sp>
      <p:sp>
        <p:nvSpPr>
          <p:cNvPr id="416" name="Google Shape;416;p16"/>
          <p:cNvSpPr/>
          <p:nvPr/>
        </p:nvSpPr>
        <p:spPr>
          <a:xfrm>
            <a:off x="6356350" y="3306961"/>
            <a:ext cx="2223770"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500"/>
              <a:buFont typeface="DM Sans"/>
              <a:buNone/>
            </a:pPr>
            <a:r>
              <a:rPr b="0" i="0" lang="en-US" sz="1500" u="none" cap="none" strike="noStrike">
                <a:solidFill>
                  <a:srgbClr val="F2F6F5"/>
                </a:solidFill>
                <a:latin typeface="DM Sans"/>
                <a:ea typeface="DM Sans"/>
                <a:cs typeface="DM Sans"/>
                <a:sym typeface="DM Sans"/>
              </a:rPr>
              <a:t>Map out the design of the program</a:t>
            </a:r>
            <a:endParaRPr b="0" i="0" sz="1500" u="none" cap="none" strike="noStrike">
              <a:solidFill>
                <a:schemeClr val="lt1"/>
              </a:solidFill>
              <a:latin typeface="DM Sans"/>
              <a:ea typeface="DM Sans"/>
              <a:cs typeface="DM Sans"/>
              <a:sym typeface="DM Sans"/>
            </a:endParaRPr>
          </a:p>
        </p:txBody>
      </p:sp>
      <p:sp>
        <p:nvSpPr>
          <p:cNvPr id="417" name="Google Shape;417;p16"/>
          <p:cNvSpPr/>
          <p:nvPr/>
        </p:nvSpPr>
        <p:spPr>
          <a:xfrm>
            <a:off x="8855075" y="2286496"/>
            <a:ext cx="2520950" cy="1696740"/>
          </a:xfrm>
          <a:prstGeom prst="roundRect">
            <a:avLst>
              <a:gd fmla="val 5801"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418" name="Google Shape;418;p16"/>
          <p:cNvPicPr preferRelativeResize="0"/>
          <p:nvPr/>
        </p:nvPicPr>
        <p:blipFill rotWithShape="1">
          <a:blip r:embed="rId4">
            <a:alphaModFix/>
          </a:blip>
          <a:srcRect b="0" l="0" r="0" t="0"/>
          <a:stretch/>
        </p:blipFill>
        <p:spPr>
          <a:xfrm>
            <a:off x="9036050" y="2467471"/>
            <a:ext cx="304800" cy="304800"/>
          </a:xfrm>
          <a:prstGeom prst="rect">
            <a:avLst/>
          </a:prstGeom>
          <a:noFill/>
          <a:ln>
            <a:noFill/>
          </a:ln>
        </p:spPr>
      </p:pic>
      <p:sp>
        <p:nvSpPr>
          <p:cNvPr id="419" name="Google Shape;419;p16"/>
          <p:cNvSpPr/>
          <p:nvPr/>
        </p:nvSpPr>
        <p:spPr>
          <a:xfrm>
            <a:off x="9442450" y="2504281"/>
            <a:ext cx="616625"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E0B0"/>
              </a:buClr>
              <a:buSzPts val="1300"/>
              <a:buFont typeface="DM Sans"/>
              <a:buNone/>
            </a:pPr>
            <a:r>
              <a:rPr b="1" i="0" lang="en-US" sz="1300" u="none" cap="none" strike="noStrike">
                <a:solidFill>
                  <a:srgbClr val="5EE0B0"/>
                </a:solidFill>
                <a:latin typeface="DM Sans"/>
                <a:ea typeface="DM Sans"/>
                <a:cs typeface="DM Sans"/>
                <a:sym typeface="DM Sans"/>
              </a:rPr>
              <a:t>DONE</a:t>
            </a:r>
            <a:endParaRPr b="0" i="0" sz="1300" u="none" cap="none" strike="noStrike">
              <a:solidFill>
                <a:schemeClr val="lt1"/>
              </a:solidFill>
              <a:latin typeface="DM Sans"/>
              <a:ea typeface="DM Sans"/>
              <a:cs typeface="DM Sans"/>
              <a:sym typeface="DM Sans"/>
            </a:endParaRPr>
          </a:p>
        </p:txBody>
      </p:sp>
      <p:sp>
        <p:nvSpPr>
          <p:cNvPr id="420" name="Google Shape;420;p16"/>
          <p:cNvSpPr/>
          <p:nvPr/>
        </p:nvSpPr>
        <p:spPr>
          <a:xfrm>
            <a:off x="9036050" y="3306961"/>
            <a:ext cx="2223770"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500"/>
              <a:buFont typeface="DM Sans"/>
              <a:buNone/>
            </a:pPr>
            <a:r>
              <a:rPr b="0" i="0" lang="en-US" sz="1500" u="none" cap="none" strike="noStrike">
                <a:solidFill>
                  <a:srgbClr val="F2F6F5"/>
                </a:solidFill>
                <a:latin typeface="DM Sans"/>
                <a:ea typeface="DM Sans"/>
                <a:cs typeface="DM Sans"/>
                <a:sym typeface="DM Sans"/>
              </a:rPr>
              <a:t>Divide the operations into functions</a:t>
            </a:r>
            <a:endParaRPr b="0" i="0" sz="1500" u="none" cap="none" strike="noStrike">
              <a:solidFill>
                <a:schemeClr val="lt1"/>
              </a:solidFill>
              <a:latin typeface="DM Sans"/>
              <a:ea typeface="DM Sans"/>
              <a:cs typeface="DM Sans"/>
              <a:sym typeface="DM Sans"/>
            </a:endParaRPr>
          </a:p>
        </p:txBody>
      </p:sp>
      <p:sp>
        <p:nvSpPr>
          <p:cNvPr id="421" name="Google Shape;421;p16"/>
          <p:cNvSpPr/>
          <p:nvPr/>
        </p:nvSpPr>
        <p:spPr>
          <a:xfrm>
            <a:off x="822325" y="4148336"/>
            <a:ext cx="2508250" cy="1684139"/>
          </a:xfrm>
          <a:prstGeom prst="roundRect">
            <a:avLst>
              <a:gd fmla="val 5467" name="adj"/>
            </a:avLst>
          </a:prstGeom>
          <a:solidFill>
            <a:srgbClr val="0F4A54"/>
          </a:solidFill>
          <a:ln cap="flat" cmpd="sng" w="1905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d="422" name="Google Shape;422;p16"/>
          <p:cNvPicPr preferRelativeResize="0"/>
          <p:nvPr/>
        </p:nvPicPr>
        <p:blipFill rotWithShape="1">
          <a:blip r:embed="rId5">
            <a:alphaModFix/>
          </a:blip>
          <a:srcRect b="0" l="0" r="0" t="0"/>
          <a:stretch/>
        </p:blipFill>
        <p:spPr>
          <a:xfrm>
            <a:off x="996950" y="4322961"/>
            <a:ext cx="304800" cy="304800"/>
          </a:xfrm>
          <a:prstGeom prst="rect">
            <a:avLst/>
          </a:prstGeom>
          <a:noFill/>
          <a:ln>
            <a:noFill/>
          </a:ln>
        </p:spPr>
      </p:pic>
      <p:sp>
        <p:nvSpPr>
          <p:cNvPr id="423" name="Google Shape;423;p16"/>
          <p:cNvSpPr/>
          <p:nvPr/>
        </p:nvSpPr>
        <p:spPr>
          <a:xfrm>
            <a:off x="1403350" y="4359771"/>
            <a:ext cx="14487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300"/>
              <a:buFont typeface="DM Sans"/>
              <a:buNone/>
            </a:pPr>
            <a:r>
              <a:rPr b="1" i="0" lang="en-US" sz="1300" u="none" cap="none" strike="noStrike">
                <a:solidFill>
                  <a:srgbClr val="F2A93B"/>
                </a:solidFill>
                <a:latin typeface="DM Sans"/>
                <a:ea typeface="DM Sans"/>
                <a:cs typeface="DM Sans"/>
                <a:sym typeface="DM Sans"/>
              </a:rPr>
              <a:t>IN </a:t>
            </a:r>
            <a:r>
              <a:rPr b="1" lang="en-US" sz="1300">
                <a:solidFill>
                  <a:schemeClr val="accent1"/>
                </a:solidFill>
                <a:latin typeface="DM Sans"/>
                <a:ea typeface="DM Sans"/>
                <a:cs typeface="DM Sans"/>
                <a:sym typeface="DM Sans"/>
              </a:rPr>
              <a:t>PROGRESS</a:t>
            </a:r>
            <a:endParaRPr b="0" i="0" sz="1300" u="none" cap="none" strike="noStrike">
              <a:solidFill>
                <a:schemeClr val="lt1"/>
              </a:solidFill>
              <a:latin typeface="DM Sans"/>
              <a:ea typeface="DM Sans"/>
              <a:cs typeface="DM Sans"/>
              <a:sym typeface="DM Sans"/>
            </a:endParaRPr>
          </a:p>
        </p:txBody>
      </p:sp>
      <p:sp>
        <p:nvSpPr>
          <p:cNvPr id="424" name="Google Shape;424;p16"/>
          <p:cNvSpPr/>
          <p:nvPr/>
        </p:nvSpPr>
        <p:spPr>
          <a:xfrm>
            <a:off x="996950" y="5162550"/>
            <a:ext cx="2223770"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500"/>
              <a:buFont typeface="DM Sans"/>
              <a:buNone/>
            </a:pPr>
            <a:r>
              <a:rPr b="0" i="0" lang="en-US" sz="1500" u="none" cap="none" strike="noStrike">
                <a:solidFill>
                  <a:srgbClr val="F2F6F5"/>
                </a:solidFill>
                <a:latin typeface="DM Sans"/>
                <a:ea typeface="DM Sans"/>
                <a:cs typeface="DM Sans"/>
                <a:sym typeface="DM Sans"/>
              </a:rPr>
              <a:t>Write the code for the functions</a:t>
            </a:r>
            <a:endParaRPr b="0" i="0" sz="1500" u="none" cap="none" strike="noStrike">
              <a:solidFill>
                <a:schemeClr val="lt1"/>
              </a:solidFill>
              <a:latin typeface="DM Sans"/>
              <a:ea typeface="DM Sans"/>
              <a:cs typeface="DM Sans"/>
              <a:sym typeface="DM Sans"/>
            </a:endParaRPr>
          </a:p>
        </p:txBody>
      </p:sp>
      <p:sp>
        <p:nvSpPr>
          <p:cNvPr id="425" name="Google Shape;425;p16"/>
          <p:cNvSpPr/>
          <p:nvPr/>
        </p:nvSpPr>
        <p:spPr>
          <a:xfrm>
            <a:off x="3495675" y="4141986"/>
            <a:ext cx="2520950" cy="1696839"/>
          </a:xfrm>
          <a:prstGeom prst="roundRect">
            <a:avLst>
              <a:gd fmla="val 5800" name="adj"/>
            </a:avLst>
          </a:prstGeom>
          <a:solidFill>
            <a:srgbClr val="0B3B43"/>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a:off x="3676650" y="5162550"/>
            <a:ext cx="2223770"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500"/>
              <a:buFont typeface="DM Sans"/>
              <a:buNone/>
            </a:pPr>
            <a:r>
              <a:rPr b="0" i="0" lang="en-US" sz="1500" u="none" cap="none" strike="noStrike">
                <a:solidFill>
                  <a:srgbClr val="F2F6F5"/>
                </a:solidFill>
                <a:latin typeface="DM Sans"/>
                <a:ea typeface="DM Sans"/>
                <a:cs typeface="DM Sans"/>
                <a:sym typeface="DM Sans"/>
              </a:rPr>
              <a:t>Call the functions in main()</a:t>
            </a:r>
            <a:endParaRPr b="0" i="0" sz="1500" u="none" cap="none" strike="noStrike">
              <a:solidFill>
                <a:schemeClr val="lt1"/>
              </a:solidFill>
              <a:latin typeface="DM Sans"/>
              <a:ea typeface="DM Sans"/>
              <a:cs typeface="DM Sans"/>
              <a:sym typeface="DM Sans"/>
            </a:endParaRPr>
          </a:p>
        </p:txBody>
      </p:sp>
      <p:sp>
        <p:nvSpPr>
          <p:cNvPr id="427" name="Google Shape;427;p16"/>
          <p:cNvSpPr/>
          <p:nvPr/>
        </p:nvSpPr>
        <p:spPr>
          <a:xfrm>
            <a:off x="6175375" y="4141986"/>
            <a:ext cx="2520950" cy="1696839"/>
          </a:xfrm>
          <a:prstGeom prst="roundRect">
            <a:avLst>
              <a:gd fmla="val 5800" name="adj"/>
            </a:avLst>
          </a:prstGeom>
          <a:solidFill>
            <a:srgbClr val="0B3B43"/>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llipse" id="428" name="Google Shape;428;p16"/>
          <p:cNvPicPr preferRelativeResize="0"/>
          <p:nvPr/>
        </p:nvPicPr>
        <p:blipFill rotWithShape="1">
          <a:blip r:embed="rId6">
            <a:alphaModFix/>
          </a:blip>
          <a:srcRect b="0" l="0" r="0" t="0"/>
          <a:stretch/>
        </p:blipFill>
        <p:spPr>
          <a:xfrm>
            <a:off x="6356350" y="4322961"/>
            <a:ext cx="279400" cy="279400"/>
          </a:xfrm>
          <a:prstGeom prst="rect">
            <a:avLst/>
          </a:prstGeom>
          <a:noFill/>
          <a:ln>
            <a:noFill/>
          </a:ln>
        </p:spPr>
      </p:pic>
      <p:sp>
        <p:nvSpPr>
          <p:cNvPr id="429" name="Google Shape;429;p16"/>
          <p:cNvSpPr/>
          <p:nvPr/>
        </p:nvSpPr>
        <p:spPr>
          <a:xfrm>
            <a:off x="6737350" y="4347071"/>
            <a:ext cx="1312307"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300"/>
              <a:buFont typeface="DM Sans"/>
              <a:buNone/>
            </a:pPr>
            <a:r>
              <a:rPr b="1" i="0" lang="en-US" sz="1300" u="none" cap="none" strike="noStrike">
                <a:solidFill>
                  <a:srgbClr val="8FB0B3"/>
                </a:solidFill>
                <a:latin typeface="DM Sans"/>
                <a:ea typeface="DM Sans"/>
                <a:cs typeface="DM Sans"/>
                <a:sym typeface="DM Sans"/>
              </a:rPr>
              <a:t>TO BE DONE</a:t>
            </a:r>
            <a:endParaRPr b="0" i="0" sz="1300" u="none" cap="none" strike="noStrike">
              <a:solidFill>
                <a:schemeClr val="lt1"/>
              </a:solidFill>
              <a:latin typeface="DM Sans"/>
              <a:ea typeface="DM Sans"/>
              <a:cs typeface="DM Sans"/>
              <a:sym typeface="DM Sans"/>
            </a:endParaRPr>
          </a:p>
        </p:txBody>
      </p:sp>
      <p:sp>
        <p:nvSpPr>
          <p:cNvPr id="430" name="Google Shape;430;p16"/>
          <p:cNvSpPr/>
          <p:nvPr/>
        </p:nvSpPr>
        <p:spPr>
          <a:xfrm>
            <a:off x="6356350" y="5410200"/>
            <a:ext cx="222377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500"/>
              <a:buFont typeface="DM Sans"/>
              <a:buNone/>
            </a:pPr>
            <a:r>
              <a:rPr b="0" i="0" lang="en-US" sz="1500" u="none" cap="none" strike="noStrike">
                <a:solidFill>
                  <a:srgbClr val="F2F6F5"/>
                </a:solidFill>
                <a:latin typeface="DM Sans"/>
                <a:ea typeface="DM Sans"/>
                <a:cs typeface="DM Sans"/>
                <a:sym typeface="DM Sans"/>
              </a:rPr>
              <a:t>Debugging and testing</a:t>
            </a:r>
            <a:endParaRPr b="0" i="0" sz="1500" u="none" cap="none" strike="noStrike">
              <a:solidFill>
                <a:schemeClr val="lt1"/>
              </a:solidFill>
              <a:latin typeface="DM Sans"/>
              <a:ea typeface="DM Sans"/>
              <a:cs typeface="DM Sans"/>
              <a:sym typeface="DM Sans"/>
            </a:endParaRPr>
          </a:p>
        </p:txBody>
      </p:sp>
      <p:sp>
        <p:nvSpPr>
          <p:cNvPr id="431" name="Google Shape;431;p16"/>
          <p:cNvSpPr/>
          <p:nvPr/>
        </p:nvSpPr>
        <p:spPr>
          <a:xfrm>
            <a:off x="8855075" y="4141986"/>
            <a:ext cx="2520950" cy="1696839"/>
          </a:xfrm>
          <a:prstGeom prst="roundRect">
            <a:avLst>
              <a:gd fmla="val 5800" name="adj"/>
            </a:avLst>
          </a:prstGeom>
          <a:solidFill>
            <a:srgbClr val="0B3B43"/>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llipse" id="432" name="Google Shape;432;p16"/>
          <p:cNvPicPr preferRelativeResize="0"/>
          <p:nvPr/>
        </p:nvPicPr>
        <p:blipFill rotWithShape="1">
          <a:blip r:embed="rId6">
            <a:alphaModFix/>
          </a:blip>
          <a:srcRect b="0" l="0" r="0" t="0"/>
          <a:stretch/>
        </p:blipFill>
        <p:spPr>
          <a:xfrm>
            <a:off x="9036050" y="4322961"/>
            <a:ext cx="279400" cy="279400"/>
          </a:xfrm>
          <a:prstGeom prst="rect">
            <a:avLst/>
          </a:prstGeom>
          <a:noFill/>
          <a:ln>
            <a:noFill/>
          </a:ln>
        </p:spPr>
      </p:pic>
      <p:sp>
        <p:nvSpPr>
          <p:cNvPr id="433" name="Google Shape;433;p16"/>
          <p:cNvSpPr/>
          <p:nvPr/>
        </p:nvSpPr>
        <p:spPr>
          <a:xfrm>
            <a:off x="9417050" y="4347071"/>
            <a:ext cx="1312307"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300"/>
              <a:buFont typeface="DM Sans"/>
              <a:buNone/>
            </a:pPr>
            <a:r>
              <a:rPr b="1" i="0" lang="en-US" sz="1300" u="none" cap="none" strike="noStrike">
                <a:solidFill>
                  <a:srgbClr val="8FB0B3"/>
                </a:solidFill>
                <a:latin typeface="DM Sans"/>
                <a:ea typeface="DM Sans"/>
                <a:cs typeface="DM Sans"/>
                <a:sym typeface="DM Sans"/>
              </a:rPr>
              <a:t>TO BE DONE</a:t>
            </a:r>
            <a:endParaRPr b="0" i="0" sz="1300" u="none" cap="none" strike="noStrike">
              <a:solidFill>
                <a:schemeClr val="lt1"/>
              </a:solidFill>
              <a:latin typeface="DM Sans"/>
              <a:ea typeface="DM Sans"/>
              <a:cs typeface="DM Sans"/>
              <a:sym typeface="DM Sans"/>
            </a:endParaRPr>
          </a:p>
        </p:txBody>
      </p:sp>
      <p:sp>
        <p:nvSpPr>
          <p:cNvPr id="434" name="Google Shape;434;p16"/>
          <p:cNvSpPr/>
          <p:nvPr/>
        </p:nvSpPr>
        <p:spPr>
          <a:xfrm>
            <a:off x="9036050" y="5410200"/>
            <a:ext cx="2508300" cy="273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500"/>
              <a:buFont typeface="DM Sans"/>
              <a:buNone/>
            </a:pPr>
            <a:r>
              <a:rPr b="0" i="0" lang="en-US" sz="1500" u="none" cap="none" strike="noStrike">
                <a:solidFill>
                  <a:srgbClr val="F2F6F5"/>
                </a:solidFill>
                <a:latin typeface="DM Sans"/>
                <a:ea typeface="DM Sans"/>
                <a:cs typeface="DM Sans"/>
                <a:sym typeface="DM Sans"/>
              </a:rPr>
              <a:t>Finish the final product</a:t>
            </a:r>
            <a:endParaRPr b="0" i="0" sz="1500" u="none" cap="none" strike="noStrike">
              <a:solidFill>
                <a:schemeClr val="lt1"/>
              </a:solidFill>
              <a:latin typeface="DM Sans"/>
              <a:ea typeface="DM Sans"/>
              <a:cs typeface="DM Sans"/>
              <a:sym typeface="DM Sans"/>
            </a:endParaRPr>
          </a:p>
        </p:txBody>
      </p:sp>
      <p:sp>
        <p:nvSpPr>
          <p:cNvPr id="435" name="Google Shape;435;p16"/>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a:t>
            </a:r>
            <a:r>
              <a:rPr lang="en-US" sz="1200">
                <a:solidFill>
                  <a:srgbClr val="8FB0B3"/>
                </a:solidFill>
                <a:latin typeface="DM Sans"/>
                <a:ea typeface="DM Sans"/>
                <a:cs typeface="DM Sans"/>
                <a:sym typeface="DM Sans"/>
              </a:rPr>
              <a:t> </a:t>
            </a:r>
            <a:r>
              <a:rPr b="0" i="0" lang="en-US" sz="1200" u="none" cap="none" strike="noStrike">
                <a:solidFill>
                  <a:srgbClr val="8FB0B3"/>
                </a:solidFill>
                <a:latin typeface="DM Sans"/>
                <a:ea typeface="DM Sans"/>
                <a:cs typeface="DM Sans"/>
                <a:sym typeface="DM Sans"/>
              </a:rPr>
              <a:t>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pic>
        <p:nvPicPr>
          <p:cNvPr descr="Clock" id="436" name="Google Shape;436;p16"/>
          <p:cNvPicPr preferRelativeResize="0"/>
          <p:nvPr/>
        </p:nvPicPr>
        <p:blipFill rotWithShape="1">
          <a:blip r:embed="rId5">
            <a:alphaModFix/>
          </a:blip>
          <a:srcRect b="0" l="0" r="0" t="0"/>
          <a:stretch/>
        </p:blipFill>
        <p:spPr>
          <a:xfrm>
            <a:off x="3676650" y="4281749"/>
            <a:ext cx="304800" cy="304800"/>
          </a:xfrm>
          <a:prstGeom prst="rect">
            <a:avLst/>
          </a:prstGeom>
          <a:noFill/>
          <a:ln>
            <a:noFill/>
          </a:ln>
        </p:spPr>
      </p:pic>
      <p:sp>
        <p:nvSpPr>
          <p:cNvPr id="437" name="Google Shape;437;p16"/>
          <p:cNvSpPr txBox="1"/>
          <p:nvPr/>
        </p:nvSpPr>
        <p:spPr>
          <a:xfrm>
            <a:off x="3932425" y="4241688"/>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1300">
                <a:solidFill>
                  <a:schemeClr val="accent1"/>
                </a:solidFill>
                <a:latin typeface="DM Sans"/>
                <a:ea typeface="DM Sans"/>
                <a:cs typeface="DM Sans"/>
                <a:sym typeface="DM Sans"/>
              </a:rPr>
              <a:t>PROGRESS</a:t>
            </a:r>
            <a:endParaRPr/>
          </a:p>
        </p:txBody>
      </p:sp>
      <p:sp>
        <p:nvSpPr>
          <p:cNvPr id="438" name="Google Shape;438;p16"/>
          <p:cNvSpPr/>
          <p:nvPr/>
        </p:nvSpPr>
        <p:spPr>
          <a:xfrm>
            <a:off x="7448475" y="2004018"/>
            <a:ext cx="1276500" cy="101700"/>
          </a:xfrm>
          <a:prstGeom prst="roundRect">
            <a:avLst>
              <a:gd fmla="val 50000"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443" name="Shape 443"/>
        <p:cNvGrpSpPr/>
        <p:nvPr/>
      </p:nvGrpSpPr>
      <p:grpSpPr>
        <a:xfrm>
          <a:off x="0" y="0"/>
          <a:ext cx="0" cy="0"/>
          <a:chOff x="0" y="0"/>
          <a:chExt cx="0" cy="0"/>
        </a:xfrm>
      </p:grpSpPr>
      <p:sp>
        <p:nvSpPr>
          <p:cNvPr id="444" name="Google Shape;444;p17"/>
          <p:cNvSpPr/>
          <p:nvPr/>
        </p:nvSpPr>
        <p:spPr>
          <a:xfrm>
            <a:off x="0" y="50800"/>
            <a:ext cx="12192000" cy="6807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7"/>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7"/>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449" name="Google Shape;449;p17"/>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450" name="Google Shape;450;p17"/>
          <p:cNvSpPr/>
          <p:nvPr/>
        </p:nvSpPr>
        <p:spPr>
          <a:xfrm>
            <a:off x="819150" y="1276350"/>
            <a:ext cx="8115300" cy="4432300"/>
          </a:xfrm>
          <a:prstGeom prst="roundRect">
            <a:avLst>
              <a:gd fmla="val 2149" name="adj"/>
            </a:avLst>
          </a:prstGeom>
          <a:solidFill>
            <a:srgbClr val="0B1418"/>
          </a:solidFill>
          <a:ln cap="flat" cmpd="sng" w="12700">
            <a:solidFill>
              <a:srgbClr val="3C8A96"/>
            </a:solidFill>
            <a:prstDash val="dash"/>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US"/>
              <a:t>Iiiiii</a:t>
            </a:r>
            <a:endParaRPr/>
          </a:p>
        </p:txBody>
      </p:sp>
      <p:sp>
        <p:nvSpPr>
          <p:cNvPr id="451" name="Google Shape;451;p17"/>
          <p:cNvSpPr/>
          <p:nvPr/>
        </p:nvSpPr>
        <p:spPr>
          <a:xfrm>
            <a:off x="10414000" y="1524000"/>
            <a:ext cx="50800" cy="393700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7"/>
          <p:cNvSpPr/>
          <p:nvPr/>
        </p:nvSpPr>
        <p:spPr>
          <a:xfrm rot="5400000">
            <a:off x="7280910" y="2908300"/>
            <a:ext cx="4970780" cy="787400"/>
          </a:xfrm>
          <a:prstGeom prst="rect">
            <a:avLst/>
          </a:prstGeom>
          <a:noFill/>
          <a:ln>
            <a:noFill/>
          </a:ln>
        </p:spPr>
        <p:txBody>
          <a:bodyPr anchorCtr="0" anchor="t" bIns="0" lIns="0" spcFirstLastPara="1" rIns="0" wrap="square" tIns="0">
            <a:noAutofit/>
          </a:bodyPr>
          <a:lstStyle/>
          <a:p>
            <a:pPr indent="0" lvl="0" marL="0" marR="0" rtl="0" algn="ctr">
              <a:lnSpc>
                <a:spcPct val="188000"/>
              </a:lnSpc>
              <a:spcBef>
                <a:spcPts val="0"/>
              </a:spcBef>
              <a:spcAft>
                <a:spcPts val="0"/>
              </a:spcAft>
              <a:buClr>
                <a:srgbClr val="F2F6F5"/>
              </a:buClr>
              <a:buSzPts val="3200"/>
              <a:buFont typeface="Montserrat"/>
              <a:buNone/>
            </a:pPr>
            <a:r>
              <a:rPr b="1" i="0" lang="en-US" sz="3200" u="none" cap="none" strike="noStrike">
                <a:solidFill>
                  <a:srgbClr val="F2F6F5"/>
                </a:solidFill>
                <a:latin typeface="Montserrat"/>
                <a:ea typeface="Montserrat"/>
                <a:cs typeface="Montserrat"/>
                <a:sym typeface="Montserrat"/>
              </a:rPr>
              <a:t>DEMO SCREENSHOT</a:t>
            </a:r>
            <a:endParaRPr b="0" i="0" sz="3200" u="none" cap="none" strike="noStrike">
              <a:solidFill>
                <a:schemeClr val="lt1"/>
              </a:solidFill>
              <a:latin typeface="DM Sans"/>
              <a:ea typeface="DM Sans"/>
              <a:cs typeface="DM Sans"/>
              <a:sym typeface="DM Sans"/>
            </a:endParaRPr>
          </a:p>
        </p:txBody>
      </p:sp>
      <p:sp>
        <p:nvSpPr>
          <p:cNvPr id="453" name="Google Shape;453;p17"/>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
        <p:nvSpPr>
          <p:cNvPr id="454" name="Google Shape;454;p17"/>
          <p:cNvSpPr txBox="1"/>
          <p:nvPr/>
        </p:nvSpPr>
        <p:spPr>
          <a:xfrm>
            <a:off x="1822900" y="916375"/>
            <a:ext cx="5675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rgbClr val="FAF9F5"/>
              </a:solidFill>
              <a:latin typeface="DM Sans"/>
              <a:ea typeface="DM Sans"/>
              <a:cs typeface="DM Sans"/>
              <a:sym typeface="DM Sans"/>
            </a:endParaRPr>
          </a:p>
        </p:txBody>
      </p:sp>
      <p:sp>
        <p:nvSpPr>
          <p:cNvPr id="455" name="Google Shape;455;p17"/>
          <p:cNvSpPr txBox="1"/>
          <p:nvPr/>
        </p:nvSpPr>
        <p:spPr>
          <a:xfrm>
            <a:off x="812800" y="640413"/>
            <a:ext cx="693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rgbClr val="FAF9F5"/>
                </a:solidFill>
                <a:latin typeface="DM Sans"/>
                <a:ea typeface="DM Sans"/>
                <a:cs typeface="DM Sans"/>
                <a:sym typeface="DM Sans"/>
              </a:rPr>
              <a:t>IN PROGRESS</a:t>
            </a:r>
            <a:r>
              <a:rPr lang="en-US" sz="1600">
                <a:solidFill>
                  <a:srgbClr val="FAF9F5"/>
                </a:solidFill>
                <a:latin typeface="DM Sans"/>
                <a:ea typeface="DM Sans"/>
                <a:cs typeface="DM Sans"/>
                <a:sym typeface="DM Sans"/>
              </a:rPr>
              <a:t>...</a:t>
            </a:r>
            <a:endParaRPr sz="1600">
              <a:solidFill>
                <a:srgbClr val="FAF9F5"/>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460" name="Shape 460"/>
        <p:cNvGrpSpPr/>
        <p:nvPr/>
      </p:nvGrpSpPr>
      <p:grpSpPr>
        <a:xfrm>
          <a:off x="0" y="0"/>
          <a:ext cx="0" cy="0"/>
          <a:chOff x="0" y="0"/>
          <a:chExt cx="0" cy="0"/>
        </a:xfrm>
      </p:grpSpPr>
      <p:sp>
        <p:nvSpPr>
          <p:cNvPr id="461" name="Google Shape;461;p18"/>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8"/>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8"/>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8"/>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466" name="Google Shape;466;p18"/>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467" name="Google Shape;467;p18"/>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8"/>
          <p:cNvSpPr txBox="1"/>
          <p:nvPr>
            <p:ph type="title"/>
          </p:nvPr>
        </p:nvSpPr>
        <p:spPr>
          <a:xfrm>
            <a:off x="1041400" y="952500"/>
            <a:ext cx="7040880"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HOW AN ENTRY IS STORED</a:t>
            </a:r>
            <a:endParaRPr sz="3200"/>
          </a:p>
        </p:txBody>
      </p:sp>
      <p:sp>
        <p:nvSpPr>
          <p:cNvPr id="469" name="Google Shape;469;p18"/>
          <p:cNvSpPr/>
          <p:nvPr/>
        </p:nvSpPr>
        <p:spPr>
          <a:xfrm>
            <a:off x="812800" y="1602680"/>
            <a:ext cx="10883392"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5B6E8"/>
              </a:buClr>
              <a:buSzPts val="1300"/>
              <a:buFont typeface="DM Sans"/>
              <a:buNone/>
            </a:pPr>
            <a:r>
              <a:rPr b="1" i="0" lang="en-US" sz="1300" u="none" cap="none" strike="noStrike">
                <a:solidFill>
                  <a:srgbClr val="35B6E8"/>
                </a:solidFill>
                <a:latin typeface="DM Sans"/>
                <a:ea typeface="DM Sans"/>
                <a:cs typeface="DM Sans"/>
                <a:sym typeface="DM Sans"/>
              </a:rPr>
              <a:t>SAVING AN ENTRY</a:t>
            </a:r>
            <a:endParaRPr b="0" i="0" sz="1300" u="none" cap="none" strike="noStrike">
              <a:solidFill>
                <a:schemeClr val="lt1"/>
              </a:solidFill>
              <a:latin typeface="DM Sans"/>
              <a:ea typeface="DM Sans"/>
              <a:cs typeface="DM Sans"/>
              <a:sym typeface="DM Sans"/>
            </a:endParaRPr>
          </a:p>
        </p:txBody>
      </p:sp>
      <p:sp>
        <p:nvSpPr>
          <p:cNvPr id="470" name="Google Shape;470;p18"/>
          <p:cNvSpPr/>
          <p:nvPr/>
        </p:nvSpPr>
        <p:spPr>
          <a:xfrm>
            <a:off x="815975" y="1938536"/>
            <a:ext cx="2940050" cy="1729879"/>
          </a:xfrm>
          <a:prstGeom prst="roundRect">
            <a:avLst>
              <a:gd fmla="val 5690"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8"/>
          <p:cNvSpPr/>
          <p:nvPr/>
        </p:nvSpPr>
        <p:spPr>
          <a:xfrm>
            <a:off x="1022350" y="2536428"/>
            <a:ext cx="260311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Step 1</a:t>
            </a:r>
            <a:endParaRPr b="0" i="0" sz="1200" u="none" cap="none" strike="noStrike">
              <a:solidFill>
                <a:schemeClr val="lt1"/>
              </a:solidFill>
              <a:latin typeface="DM Sans"/>
              <a:ea typeface="DM Sans"/>
              <a:cs typeface="DM Sans"/>
              <a:sym typeface="DM Sans"/>
            </a:endParaRPr>
          </a:p>
        </p:txBody>
      </p:sp>
      <p:sp>
        <p:nvSpPr>
          <p:cNvPr id="472" name="Google Shape;472;p18"/>
          <p:cNvSpPr/>
          <p:nvPr/>
        </p:nvSpPr>
        <p:spPr>
          <a:xfrm>
            <a:off x="1022350" y="2800548"/>
            <a:ext cx="2603119" cy="2952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6F5"/>
              </a:buClr>
              <a:buSzPts val="1700"/>
              <a:buFont typeface="DM Sans"/>
              <a:buNone/>
            </a:pPr>
            <a:r>
              <a:rPr b="1" i="0" lang="en-US" sz="1700" u="none" cap="none" strike="noStrike">
                <a:solidFill>
                  <a:srgbClr val="F2F6F5"/>
                </a:solidFill>
                <a:latin typeface="DM Sans"/>
                <a:ea typeface="DM Sans"/>
                <a:cs typeface="DM Sans"/>
                <a:sym typeface="DM Sans"/>
              </a:rPr>
              <a:t>User types the entry</a:t>
            </a:r>
            <a:endParaRPr b="0" i="0" sz="1700" u="none" cap="none" strike="noStrike">
              <a:solidFill>
                <a:schemeClr val="lt1"/>
              </a:solidFill>
              <a:latin typeface="DM Sans"/>
              <a:ea typeface="DM Sans"/>
              <a:cs typeface="DM Sans"/>
              <a:sym typeface="DM Sans"/>
            </a:endParaRPr>
          </a:p>
        </p:txBody>
      </p:sp>
      <p:pic>
        <p:nvPicPr>
          <p:cNvPr descr="arrow-right" id="473" name="Google Shape;473;p18"/>
          <p:cNvPicPr preferRelativeResize="0"/>
          <p:nvPr/>
        </p:nvPicPr>
        <p:blipFill rotWithShape="1">
          <a:blip r:embed="rId4">
            <a:alphaModFix/>
          </a:blip>
          <a:srcRect b="0" l="0" r="0" t="0"/>
          <a:stretch/>
        </p:blipFill>
        <p:spPr>
          <a:xfrm>
            <a:off x="3911600" y="2663726"/>
            <a:ext cx="558800" cy="279400"/>
          </a:xfrm>
          <a:prstGeom prst="rect">
            <a:avLst/>
          </a:prstGeom>
          <a:noFill/>
          <a:ln>
            <a:noFill/>
          </a:ln>
        </p:spPr>
      </p:pic>
      <p:sp>
        <p:nvSpPr>
          <p:cNvPr id="474" name="Google Shape;474;p18"/>
          <p:cNvSpPr/>
          <p:nvPr/>
        </p:nvSpPr>
        <p:spPr>
          <a:xfrm>
            <a:off x="4625975" y="1938536"/>
            <a:ext cx="2940050" cy="1729879"/>
          </a:xfrm>
          <a:prstGeom prst="roundRect">
            <a:avLst>
              <a:gd fmla="val 5690"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8"/>
          <p:cNvSpPr/>
          <p:nvPr/>
        </p:nvSpPr>
        <p:spPr>
          <a:xfrm>
            <a:off x="4832350" y="2536428"/>
            <a:ext cx="260311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Step 2</a:t>
            </a:r>
            <a:endParaRPr b="0" i="0" sz="1200" u="none" cap="none" strike="noStrike">
              <a:solidFill>
                <a:schemeClr val="lt1"/>
              </a:solidFill>
              <a:latin typeface="DM Sans"/>
              <a:ea typeface="DM Sans"/>
              <a:cs typeface="DM Sans"/>
              <a:sym typeface="DM Sans"/>
            </a:endParaRPr>
          </a:p>
        </p:txBody>
      </p:sp>
      <p:sp>
        <p:nvSpPr>
          <p:cNvPr id="476" name="Google Shape;476;p18"/>
          <p:cNvSpPr/>
          <p:nvPr/>
        </p:nvSpPr>
        <p:spPr>
          <a:xfrm>
            <a:off x="4832350" y="2800548"/>
            <a:ext cx="2603119" cy="2952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6F5"/>
              </a:buClr>
              <a:buSzPts val="1700"/>
              <a:buFont typeface="DM Sans"/>
              <a:buNone/>
            </a:pPr>
            <a:r>
              <a:rPr b="1" i="0" lang="en-US" sz="1700" u="none" cap="none" strike="noStrike">
                <a:solidFill>
                  <a:srgbClr val="F2F6F5"/>
                </a:solidFill>
                <a:latin typeface="DM Sans"/>
                <a:ea typeface="DM Sans"/>
                <a:cs typeface="DM Sans"/>
                <a:sym typeface="DM Sans"/>
              </a:rPr>
              <a:t>Text is encrypted</a:t>
            </a:r>
            <a:endParaRPr b="0" i="0" sz="1700" u="none" cap="none" strike="noStrike">
              <a:solidFill>
                <a:schemeClr val="lt1"/>
              </a:solidFill>
              <a:latin typeface="DM Sans"/>
              <a:ea typeface="DM Sans"/>
              <a:cs typeface="DM Sans"/>
              <a:sym typeface="DM Sans"/>
            </a:endParaRPr>
          </a:p>
        </p:txBody>
      </p:sp>
      <p:pic>
        <p:nvPicPr>
          <p:cNvPr descr="arrow-right" id="477" name="Google Shape;477;p18"/>
          <p:cNvPicPr preferRelativeResize="0"/>
          <p:nvPr/>
        </p:nvPicPr>
        <p:blipFill rotWithShape="1">
          <a:blip r:embed="rId4">
            <a:alphaModFix/>
          </a:blip>
          <a:srcRect b="0" l="0" r="0" t="0"/>
          <a:stretch/>
        </p:blipFill>
        <p:spPr>
          <a:xfrm>
            <a:off x="7721600" y="2663726"/>
            <a:ext cx="558800" cy="279400"/>
          </a:xfrm>
          <a:prstGeom prst="rect">
            <a:avLst/>
          </a:prstGeom>
          <a:noFill/>
          <a:ln>
            <a:noFill/>
          </a:ln>
        </p:spPr>
      </p:pic>
      <p:sp>
        <p:nvSpPr>
          <p:cNvPr id="478" name="Google Shape;478;p18"/>
          <p:cNvSpPr/>
          <p:nvPr/>
        </p:nvSpPr>
        <p:spPr>
          <a:xfrm>
            <a:off x="8435975" y="1938536"/>
            <a:ext cx="2940050" cy="1729879"/>
          </a:xfrm>
          <a:prstGeom prst="roundRect">
            <a:avLst>
              <a:gd fmla="val 5690"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8"/>
          <p:cNvSpPr/>
          <p:nvPr/>
        </p:nvSpPr>
        <p:spPr>
          <a:xfrm>
            <a:off x="8642350" y="2536428"/>
            <a:ext cx="260311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Step 3</a:t>
            </a:r>
            <a:endParaRPr b="0" i="0" sz="1200" u="none" cap="none" strike="noStrike">
              <a:solidFill>
                <a:schemeClr val="lt1"/>
              </a:solidFill>
              <a:latin typeface="DM Sans"/>
              <a:ea typeface="DM Sans"/>
              <a:cs typeface="DM Sans"/>
              <a:sym typeface="DM Sans"/>
            </a:endParaRPr>
          </a:p>
        </p:txBody>
      </p:sp>
      <p:sp>
        <p:nvSpPr>
          <p:cNvPr id="480" name="Google Shape;480;p18"/>
          <p:cNvSpPr/>
          <p:nvPr/>
        </p:nvSpPr>
        <p:spPr>
          <a:xfrm>
            <a:off x="8642350" y="2800548"/>
            <a:ext cx="2603119" cy="2952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6F5"/>
              </a:buClr>
              <a:buSzPts val="1700"/>
              <a:buFont typeface="DM Sans"/>
              <a:buNone/>
            </a:pPr>
            <a:r>
              <a:rPr b="1" i="0" lang="en-US" sz="1700" u="none" cap="none" strike="noStrike">
                <a:solidFill>
                  <a:srgbClr val="F2F6F5"/>
                </a:solidFill>
                <a:latin typeface="DM Sans"/>
                <a:ea typeface="DM Sans"/>
                <a:cs typeface="DM Sans"/>
                <a:sym typeface="DM Sans"/>
              </a:rPr>
              <a:t>Saved to the diary file</a:t>
            </a:r>
            <a:endParaRPr b="0" i="0" sz="1700" u="none" cap="none" strike="noStrike">
              <a:solidFill>
                <a:schemeClr val="lt1"/>
              </a:solidFill>
              <a:latin typeface="DM Sans"/>
              <a:ea typeface="DM Sans"/>
              <a:cs typeface="DM Sans"/>
              <a:sym typeface="DM Sans"/>
            </a:endParaRPr>
          </a:p>
        </p:txBody>
      </p:sp>
      <p:sp>
        <p:nvSpPr>
          <p:cNvPr id="481" name="Google Shape;481;p18"/>
          <p:cNvSpPr/>
          <p:nvPr/>
        </p:nvSpPr>
        <p:spPr>
          <a:xfrm>
            <a:off x="812800" y="3773190"/>
            <a:ext cx="10883392"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5B6E8"/>
              </a:buClr>
              <a:buSzPts val="1300"/>
              <a:buFont typeface="DM Sans"/>
              <a:buNone/>
            </a:pPr>
            <a:r>
              <a:rPr b="1" i="0" lang="en-US" sz="1300" u="none" cap="none" strike="noStrike">
                <a:solidFill>
                  <a:srgbClr val="35B6E8"/>
                </a:solidFill>
                <a:latin typeface="DM Sans"/>
                <a:ea typeface="DM Sans"/>
                <a:cs typeface="DM Sans"/>
                <a:sym typeface="DM Sans"/>
              </a:rPr>
              <a:t>VIEWING AN ENTRY</a:t>
            </a:r>
            <a:endParaRPr b="0" i="0" sz="1300" u="none" cap="none" strike="noStrike">
              <a:solidFill>
                <a:schemeClr val="lt1"/>
              </a:solidFill>
              <a:latin typeface="DM Sans"/>
              <a:ea typeface="DM Sans"/>
              <a:cs typeface="DM Sans"/>
              <a:sym typeface="DM Sans"/>
            </a:endParaRPr>
          </a:p>
        </p:txBody>
      </p:sp>
      <p:sp>
        <p:nvSpPr>
          <p:cNvPr id="482" name="Google Shape;482;p18"/>
          <p:cNvSpPr/>
          <p:nvPr/>
        </p:nvSpPr>
        <p:spPr>
          <a:xfrm>
            <a:off x="815975" y="4109045"/>
            <a:ext cx="2940050" cy="1729879"/>
          </a:xfrm>
          <a:prstGeom prst="roundRect">
            <a:avLst>
              <a:gd fmla="val 5690"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8"/>
          <p:cNvSpPr/>
          <p:nvPr/>
        </p:nvSpPr>
        <p:spPr>
          <a:xfrm>
            <a:off x="1022350" y="4706938"/>
            <a:ext cx="260311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Step 1</a:t>
            </a:r>
            <a:endParaRPr b="0" i="0" sz="1200" u="none" cap="none" strike="noStrike">
              <a:solidFill>
                <a:schemeClr val="lt1"/>
              </a:solidFill>
              <a:latin typeface="DM Sans"/>
              <a:ea typeface="DM Sans"/>
              <a:cs typeface="DM Sans"/>
              <a:sym typeface="DM Sans"/>
            </a:endParaRPr>
          </a:p>
        </p:txBody>
      </p:sp>
      <p:sp>
        <p:nvSpPr>
          <p:cNvPr id="484" name="Google Shape;484;p18"/>
          <p:cNvSpPr/>
          <p:nvPr/>
        </p:nvSpPr>
        <p:spPr>
          <a:xfrm>
            <a:off x="1022350" y="4971058"/>
            <a:ext cx="2730500" cy="2952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6F5"/>
              </a:buClr>
              <a:buSzPts val="1700"/>
              <a:buFont typeface="DM Sans"/>
              <a:buNone/>
            </a:pPr>
            <a:r>
              <a:rPr b="1" i="0" lang="en-US" sz="1700" u="none" cap="none" strike="noStrike">
                <a:solidFill>
                  <a:srgbClr val="F2F6F5"/>
                </a:solidFill>
                <a:latin typeface="DM Sans"/>
                <a:ea typeface="DM Sans"/>
                <a:cs typeface="DM Sans"/>
                <a:sym typeface="DM Sans"/>
              </a:rPr>
              <a:t>Read from the diary file</a:t>
            </a:r>
            <a:endParaRPr b="0" i="0" sz="1700" u="none" cap="none" strike="noStrike">
              <a:solidFill>
                <a:schemeClr val="lt1"/>
              </a:solidFill>
              <a:latin typeface="DM Sans"/>
              <a:ea typeface="DM Sans"/>
              <a:cs typeface="DM Sans"/>
              <a:sym typeface="DM Sans"/>
            </a:endParaRPr>
          </a:p>
        </p:txBody>
      </p:sp>
      <p:pic>
        <p:nvPicPr>
          <p:cNvPr descr="arrow-right" id="485" name="Google Shape;485;p18"/>
          <p:cNvPicPr preferRelativeResize="0"/>
          <p:nvPr/>
        </p:nvPicPr>
        <p:blipFill rotWithShape="1">
          <a:blip r:embed="rId4">
            <a:alphaModFix/>
          </a:blip>
          <a:srcRect b="0" l="0" r="0" t="0"/>
          <a:stretch/>
        </p:blipFill>
        <p:spPr>
          <a:xfrm>
            <a:off x="3911600" y="4834235"/>
            <a:ext cx="558800" cy="279400"/>
          </a:xfrm>
          <a:prstGeom prst="rect">
            <a:avLst/>
          </a:prstGeom>
          <a:noFill/>
          <a:ln>
            <a:noFill/>
          </a:ln>
        </p:spPr>
      </p:pic>
      <p:sp>
        <p:nvSpPr>
          <p:cNvPr id="486" name="Google Shape;486;p18"/>
          <p:cNvSpPr/>
          <p:nvPr/>
        </p:nvSpPr>
        <p:spPr>
          <a:xfrm>
            <a:off x="4625975" y="4109045"/>
            <a:ext cx="2940050" cy="1729879"/>
          </a:xfrm>
          <a:prstGeom prst="roundRect">
            <a:avLst>
              <a:gd fmla="val 5690"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8"/>
          <p:cNvSpPr/>
          <p:nvPr/>
        </p:nvSpPr>
        <p:spPr>
          <a:xfrm>
            <a:off x="4832350" y="4706938"/>
            <a:ext cx="260311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Step 2</a:t>
            </a:r>
            <a:endParaRPr b="0" i="0" sz="1200" u="none" cap="none" strike="noStrike">
              <a:solidFill>
                <a:schemeClr val="lt1"/>
              </a:solidFill>
              <a:latin typeface="DM Sans"/>
              <a:ea typeface="DM Sans"/>
              <a:cs typeface="DM Sans"/>
              <a:sym typeface="DM Sans"/>
            </a:endParaRPr>
          </a:p>
        </p:txBody>
      </p:sp>
      <p:sp>
        <p:nvSpPr>
          <p:cNvPr id="488" name="Google Shape;488;p18"/>
          <p:cNvSpPr/>
          <p:nvPr/>
        </p:nvSpPr>
        <p:spPr>
          <a:xfrm>
            <a:off x="4832350" y="4971058"/>
            <a:ext cx="2603119" cy="2952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6F5"/>
              </a:buClr>
              <a:buSzPts val="1700"/>
              <a:buFont typeface="DM Sans"/>
              <a:buNone/>
            </a:pPr>
            <a:r>
              <a:rPr b="1" i="0" lang="en-US" sz="1700" u="none" cap="none" strike="noStrike">
                <a:solidFill>
                  <a:srgbClr val="F2F6F5"/>
                </a:solidFill>
                <a:latin typeface="DM Sans"/>
                <a:ea typeface="DM Sans"/>
                <a:cs typeface="DM Sans"/>
                <a:sym typeface="DM Sans"/>
              </a:rPr>
              <a:t>Text is decrypted</a:t>
            </a:r>
            <a:endParaRPr b="0" i="0" sz="1700" u="none" cap="none" strike="noStrike">
              <a:solidFill>
                <a:schemeClr val="lt1"/>
              </a:solidFill>
              <a:latin typeface="DM Sans"/>
              <a:ea typeface="DM Sans"/>
              <a:cs typeface="DM Sans"/>
              <a:sym typeface="DM Sans"/>
            </a:endParaRPr>
          </a:p>
        </p:txBody>
      </p:sp>
      <p:pic>
        <p:nvPicPr>
          <p:cNvPr descr="arrow-right" id="489" name="Google Shape;489;p18"/>
          <p:cNvPicPr preferRelativeResize="0"/>
          <p:nvPr/>
        </p:nvPicPr>
        <p:blipFill rotWithShape="1">
          <a:blip r:embed="rId4">
            <a:alphaModFix/>
          </a:blip>
          <a:srcRect b="0" l="0" r="0" t="0"/>
          <a:stretch/>
        </p:blipFill>
        <p:spPr>
          <a:xfrm>
            <a:off x="7721600" y="4834235"/>
            <a:ext cx="558800" cy="279400"/>
          </a:xfrm>
          <a:prstGeom prst="rect">
            <a:avLst/>
          </a:prstGeom>
          <a:noFill/>
          <a:ln>
            <a:noFill/>
          </a:ln>
        </p:spPr>
      </p:pic>
      <p:sp>
        <p:nvSpPr>
          <p:cNvPr id="490" name="Google Shape;490;p18"/>
          <p:cNvSpPr/>
          <p:nvPr/>
        </p:nvSpPr>
        <p:spPr>
          <a:xfrm>
            <a:off x="8435975" y="4109045"/>
            <a:ext cx="2940050" cy="1729879"/>
          </a:xfrm>
          <a:prstGeom prst="roundRect">
            <a:avLst>
              <a:gd fmla="val 5690"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8"/>
          <p:cNvSpPr/>
          <p:nvPr/>
        </p:nvSpPr>
        <p:spPr>
          <a:xfrm>
            <a:off x="8642350" y="4706938"/>
            <a:ext cx="260311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Step 3</a:t>
            </a:r>
            <a:endParaRPr b="0" i="0" sz="1200" u="none" cap="none" strike="noStrike">
              <a:solidFill>
                <a:schemeClr val="lt1"/>
              </a:solidFill>
              <a:latin typeface="DM Sans"/>
              <a:ea typeface="DM Sans"/>
              <a:cs typeface="DM Sans"/>
              <a:sym typeface="DM Sans"/>
            </a:endParaRPr>
          </a:p>
        </p:txBody>
      </p:sp>
      <p:sp>
        <p:nvSpPr>
          <p:cNvPr id="492" name="Google Shape;492;p18"/>
          <p:cNvSpPr/>
          <p:nvPr/>
        </p:nvSpPr>
        <p:spPr>
          <a:xfrm>
            <a:off x="8642350" y="4971058"/>
            <a:ext cx="2603119" cy="2952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6F5"/>
              </a:buClr>
              <a:buSzPts val="1700"/>
              <a:buFont typeface="DM Sans"/>
              <a:buNone/>
            </a:pPr>
            <a:r>
              <a:rPr b="1" i="0" lang="en-US" sz="1700" u="none" cap="none" strike="noStrike">
                <a:solidFill>
                  <a:srgbClr val="F2F6F5"/>
                </a:solidFill>
                <a:latin typeface="DM Sans"/>
                <a:ea typeface="DM Sans"/>
                <a:cs typeface="DM Sans"/>
                <a:sym typeface="DM Sans"/>
              </a:rPr>
              <a:t>Shown on screen</a:t>
            </a:r>
            <a:endParaRPr b="0" i="0" sz="1700" u="none" cap="none" strike="noStrike">
              <a:solidFill>
                <a:schemeClr val="lt1"/>
              </a:solidFill>
              <a:latin typeface="DM Sans"/>
              <a:ea typeface="DM Sans"/>
              <a:cs typeface="DM Sans"/>
              <a:sym typeface="DM Sans"/>
            </a:endParaRPr>
          </a:p>
        </p:txBody>
      </p:sp>
      <p:sp>
        <p:nvSpPr>
          <p:cNvPr id="493" name="Google Shape;493;p18"/>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498" name="Shape 498"/>
        <p:cNvGrpSpPr/>
        <p:nvPr/>
      </p:nvGrpSpPr>
      <p:grpSpPr>
        <a:xfrm>
          <a:off x="0" y="0"/>
          <a:ext cx="0" cy="0"/>
          <a:chOff x="0" y="0"/>
          <a:chExt cx="0" cy="0"/>
        </a:xfrm>
      </p:grpSpPr>
      <p:sp>
        <p:nvSpPr>
          <p:cNvPr id="499" name="Google Shape;499;p19"/>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9"/>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9"/>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9"/>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9"/>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504" name="Google Shape;504;p19"/>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505" name="Google Shape;505;p19"/>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txBox="1"/>
          <p:nvPr>
            <p:ph type="title"/>
          </p:nvPr>
        </p:nvSpPr>
        <p:spPr>
          <a:xfrm>
            <a:off x="1041400" y="952500"/>
            <a:ext cx="3467576"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CHALLENGES</a:t>
            </a:r>
            <a:endParaRPr sz="3200"/>
          </a:p>
        </p:txBody>
      </p:sp>
      <p:sp>
        <p:nvSpPr>
          <p:cNvPr id="508" name="Google Shape;508;p19"/>
          <p:cNvSpPr/>
          <p:nvPr/>
        </p:nvSpPr>
        <p:spPr>
          <a:xfrm>
            <a:off x="815975" y="1656655"/>
            <a:ext cx="5200650" cy="2011660"/>
          </a:xfrm>
          <a:prstGeom prst="roundRect">
            <a:avLst>
              <a:gd fmla="val 4893"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de" id="509" name="Google Shape;509;p19"/>
          <p:cNvPicPr preferRelativeResize="0"/>
          <p:nvPr/>
        </p:nvPicPr>
        <p:blipFill rotWithShape="1">
          <a:blip r:embed="rId4">
            <a:alphaModFix/>
          </a:blip>
          <a:srcRect b="0" l="0" r="0" t="0"/>
          <a:stretch/>
        </p:blipFill>
        <p:spPr>
          <a:xfrm>
            <a:off x="1073150" y="2459236"/>
            <a:ext cx="406400" cy="406400"/>
          </a:xfrm>
          <a:prstGeom prst="rect">
            <a:avLst/>
          </a:prstGeom>
          <a:noFill/>
          <a:ln>
            <a:noFill/>
          </a:ln>
        </p:spPr>
      </p:pic>
      <p:sp>
        <p:nvSpPr>
          <p:cNvPr id="510" name="Google Shape;510;p19"/>
          <p:cNvSpPr/>
          <p:nvPr/>
        </p:nvSpPr>
        <p:spPr>
          <a:xfrm>
            <a:off x="1657350" y="2411313"/>
            <a:ext cx="3814644"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500"/>
              <a:buFont typeface="Montserrat"/>
              <a:buNone/>
            </a:pPr>
            <a:r>
              <a:rPr b="1" i="0" lang="en-US" sz="1500" u="none" cap="none" strike="noStrike">
                <a:solidFill>
                  <a:srgbClr val="F2F6F5"/>
                </a:solidFill>
                <a:latin typeface="Montserrat"/>
                <a:ea typeface="Montserrat"/>
                <a:cs typeface="Montserrat"/>
                <a:sym typeface="Montserrat"/>
              </a:rPr>
              <a:t>Learning GitHub</a:t>
            </a:r>
            <a:endParaRPr b="0" i="0" sz="1500" u="none" cap="none" strike="noStrike">
              <a:solidFill>
                <a:schemeClr val="lt1"/>
              </a:solidFill>
              <a:latin typeface="DM Sans"/>
              <a:ea typeface="DM Sans"/>
              <a:cs typeface="DM Sans"/>
              <a:sym typeface="DM Sans"/>
            </a:endParaRPr>
          </a:p>
        </p:txBody>
      </p:sp>
      <p:sp>
        <p:nvSpPr>
          <p:cNvPr id="511" name="Google Shape;511;p19"/>
          <p:cNvSpPr/>
          <p:nvPr/>
        </p:nvSpPr>
        <p:spPr>
          <a:xfrm>
            <a:off x="1657350" y="2690713"/>
            <a:ext cx="4356100"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Sharing and combining code from five members.</a:t>
            </a:r>
            <a:endParaRPr b="0" i="0" sz="1300" u="none" cap="none" strike="noStrike">
              <a:solidFill>
                <a:schemeClr val="lt1"/>
              </a:solidFill>
              <a:latin typeface="DM Sans"/>
              <a:ea typeface="DM Sans"/>
              <a:cs typeface="DM Sans"/>
              <a:sym typeface="DM Sans"/>
            </a:endParaRPr>
          </a:p>
        </p:txBody>
      </p:sp>
      <p:sp>
        <p:nvSpPr>
          <p:cNvPr id="512" name="Google Shape;512;p19"/>
          <p:cNvSpPr/>
          <p:nvPr/>
        </p:nvSpPr>
        <p:spPr>
          <a:xfrm>
            <a:off x="6175375" y="1656655"/>
            <a:ext cx="5200650" cy="2011660"/>
          </a:xfrm>
          <a:prstGeom prst="roundRect">
            <a:avLst>
              <a:gd fmla="val 4893"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513" name="Google Shape;513;p19"/>
          <p:cNvPicPr preferRelativeResize="0"/>
          <p:nvPr/>
        </p:nvPicPr>
        <p:blipFill rotWithShape="1">
          <a:blip r:embed="rId5">
            <a:alphaModFix/>
          </a:blip>
          <a:srcRect b="0" l="0" r="0" t="0"/>
          <a:stretch/>
        </p:blipFill>
        <p:spPr>
          <a:xfrm>
            <a:off x="6432550" y="2459236"/>
            <a:ext cx="406400" cy="406400"/>
          </a:xfrm>
          <a:prstGeom prst="rect">
            <a:avLst/>
          </a:prstGeom>
          <a:noFill/>
          <a:ln>
            <a:noFill/>
          </a:ln>
        </p:spPr>
      </p:pic>
      <p:sp>
        <p:nvSpPr>
          <p:cNvPr id="514" name="Google Shape;514;p19"/>
          <p:cNvSpPr/>
          <p:nvPr/>
        </p:nvSpPr>
        <p:spPr>
          <a:xfrm>
            <a:off x="7016750" y="2411313"/>
            <a:ext cx="3814133"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500"/>
              <a:buFont typeface="Montserrat"/>
              <a:buNone/>
            </a:pPr>
            <a:r>
              <a:rPr b="1" i="0" lang="en-US" sz="1500" u="none" cap="none" strike="noStrike">
                <a:solidFill>
                  <a:srgbClr val="F2F6F5"/>
                </a:solidFill>
                <a:latin typeface="Montserrat"/>
                <a:ea typeface="Montserrat"/>
                <a:cs typeface="Montserrat"/>
                <a:sym typeface="Montserrat"/>
              </a:rPr>
              <a:t>Keeping the design simple</a:t>
            </a:r>
            <a:endParaRPr b="0" i="0" sz="1500" u="none" cap="none" strike="noStrike">
              <a:solidFill>
                <a:schemeClr val="lt1"/>
              </a:solidFill>
              <a:latin typeface="DM Sans"/>
              <a:ea typeface="DM Sans"/>
              <a:cs typeface="DM Sans"/>
              <a:sym typeface="DM Sans"/>
            </a:endParaRPr>
          </a:p>
        </p:txBody>
      </p:sp>
      <p:sp>
        <p:nvSpPr>
          <p:cNvPr id="515" name="Google Shape;515;p19"/>
          <p:cNvSpPr/>
          <p:nvPr/>
        </p:nvSpPr>
        <p:spPr>
          <a:xfrm>
            <a:off x="7016750" y="2690713"/>
            <a:ext cx="4356100"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Finding the simplest and most efficient program.</a:t>
            </a:r>
            <a:endParaRPr b="0" i="0" sz="1300" u="none" cap="none" strike="noStrike">
              <a:solidFill>
                <a:schemeClr val="lt1"/>
              </a:solidFill>
              <a:latin typeface="DM Sans"/>
              <a:ea typeface="DM Sans"/>
              <a:cs typeface="DM Sans"/>
              <a:sym typeface="DM Sans"/>
            </a:endParaRPr>
          </a:p>
        </p:txBody>
      </p:sp>
      <p:sp>
        <p:nvSpPr>
          <p:cNvPr id="516" name="Google Shape;516;p19"/>
          <p:cNvSpPr/>
          <p:nvPr/>
        </p:nvSpPr>
        <p:spPr>
          <a:xfrm>
            <a:off x="815975" y="3827066"/>
            <a:ext cx="5200650" cy="2011759"/>
          </a:xfrm>
          <a:prstGeom prst="roundRect">
            <a:avLst>
              <a:gd fmla="val 4892"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nk" id="517" name="Google Shape;517;p19"/>
          <p:cNvPicPr preferRelativeResize="0"/>
          <p:nvPr/>
        </p:nvPicPr>
        <p:blipFill rotWithShape="1">
          <a:blip r:embed="rId6">
            <a:alphaModFix/>
          </a:blip>
          <a:srcRect b="0" l="0" r="0" t="0"/>
          <a:stretch/>
        </p:blipFill>
        <p:spPr>
          <a:xfrm>
            <a:off x="1073150" y="4629745"/>
            <a:ext cx="406400" cy="406400"/>
          </a:xfrm>
          <a:prstGeom prst="rect">
            <a:avLst/>
          </a:prstGeom>
          <a:noFill/>
          <a:ln>
            <a:noFill/>
          </a:ln>
        </p:spPr>
      </p:pic>
      <p:sp>
        <p:nvSpPr>
          <p:cNvPr id="518" name="Google Shape;518;p19"/>
          <p:cNvSpPr/>
          <p:nvPr/>
        </p:nvSpPr>
        <p:spPr>
          <a:xfrm>
            <a:off x="1657350" y="4581823"/>
            <a:ext cx="3547710"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500"/>
              <a:buFont typeface="Montserrat"/>
              <a:buNone/>
            </a:pPr>
            <a:r>
              <a:rPr b="1" i="0" lang="en-US" sz="1500" u="none" cap="none" strike="noStrike">
                <a:solidFill>
                  <a:srgbClr val="F2F6F5"/>
                </a:solidFill>
                <a:latin typeface="Montserrat"/>
                <a:ea typeface="Montserrat"/>
                <a:cs typeface="Montserrat"/>
                <a:sym typeface="Montserrat"/>
              </a:rPr>
              <a:t>Joining five modules</a:t>
            </a:r>
            <a:endParaRPr b="0" i="0" sz="1500" u="none" cap="none" strike="noStrike">
              <a:solidFill>
                <a:schemeClr val="lt1"/>
              </a:solidFill>
              <a:latin typeface="DM Sans"/>
              <a:ea typeface="DM Sans"/>
              <a:cs typeface="DM Sans"/>
              <a:sym typeface="DM Sans"/>
            </a:endParaRPr>
          </a:p>
        </p:txBody>
      </p:sp>
      <p:sp>
        <p:nvSpPr>
          <p:cNvPr id="519" name="Google Shape;519;p19"/>
          <p:cNvSpPr/>
          <p:nvPr/>
        </p:nvSpPr>
        <p:spPr>
          <a:xfrm>
            <a:off x="1657350" y="4861223"/>
            <a:ext cx="4133255"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Shared functions and file format must match.</a:t>
            </a:r>
            <a:endParaRPr b="0" i="0" sz="1300" u="none" cap="none" strike="noStrike">
              <a:solidFill>
                <a:schemeClr val="lt1"/>
              </a:solidFill>
              <a:latin typeface="DM Sans"/>
              <a:ea typeface="DM Sans"/>
              <a:cs typeface="DM Sans"/>
              <a:sym typeface="DM Sans"/>
            </a:endParaRPr>
          </a:p>
        </p:txBody>
      </p:sp>
      <p:sp>
        <p:nvSpPr>
          <p:cNvPr id="520" name="Google Shape;520;p19"/>
          <p:cNvSpPr/>
          <p:nvPr/>
        </p:nvSpPr>
        <p:spPr>
          <a:xfrm>
            <a:off x="6175375" y="3827066"/>
            <a:ext cx="5200650" cy="2011759"/>
          </a:xfrm>
          <a:prstGeom prst="roundRect">
            <a:avLst>
              <a:gd fmla="val 4892"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521" name="Google Shape;521;p19"/>
          <p:cNvPicPr preferRelativeResize="0"/>
          <p:nvPr/>
        </p:nvPicPr>
        <p:blipFill rotWithShape="1">
          <a:blip r:embed="rId7">
            <a:alphaModFix/>
          </a:blip>
          <a:srcRect b="0" l="0" r="0" t="0"/>
          <a:stretch/>
        </p:blipFill>
        <p:spPr>
          <a:xfrm>
            <a:off x="6432550" y="4629745"/>
            <a:ext cx="406400" cy="406400"/>
          </a:xfrm>
          <a:prstGeom prst="rect">
            <a:avLst/>
          </a:prstGeom>
          <a:noFill/>
          <a:ln>
            <a:noFill/>
          </a:ln>
        </p:spPr>
      </p:pic>
      <p:sp>
        <p:nvSpPr>
          <p:cNvPr id="522" name="Google Shape;522;p19"/>
          <p:cNvSpPr/>
          <p:nvPr/>
        </p:nvSpPr>
        <p:spPr>
          <a:xfrm>
            <a:off x="7016750" y="4581823"/>
            <a:ext cx="3723486"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F6F5"/>
              </a:buClr>
              <a:buSzPts val="1500"/>
              <a:buFont typeface="Montserrat"/>
              <a:buNone/>
            </a:pPr>
            <a:r>
              <a:rPr b="1" i="0" lang="en-US" sz="1500" u="none" cap="none" strike="noStrike">
                <a:solidFill>
                  <a:srgbClr val="F2F6F5"/>
                </a:solidFill>
                <a:latin typeface="Montserrat"/>
                <a:ea typeface="Montserrat"/>
                <a:cs typeface="Montserrat"/>
                <a:sym typeface="Montserrat"/>
              </a:rPr>
              <a:t>Team communication</a:t>
            </a:r>
            <a:endParaRPr b="0" i="0" sz="1500" u="none" cap="none" strike="noStrike">
              <a:solidFill>
                <a:schemeClr val="lt1"/>
              </a:solidFill>
              <a:latin typeface="DM Sans"/>
              <a:ea typeface="DM Sans"/>
              <a:cs typeface="DM Sans"/>
              <a:sym typeface="DM Sans"/>
            </a:endParaRPr>
          </a:p>
        </p:txBody>
      </p:sp>
      <p:sp>
        <p:nvSpPr>
          <p:cNvPr id="523" name="Google Shape;523;p19"/>
          <p:cNvSpPr/>
          <p:nvPr/>
        </p:nvSpPr>
        <p:spPr>
          <a:xfrm>
            <a:off x="7016750" y="4861223"/>
            <a:ext cx="4338042"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5D6D6"/>
              </a:buClr>
              <a:buSzPts val="1300"/>
              <a:buFont typeface="DM Sans"/>
              <a:buNone/>
            </a:pPr>
            <a:r>
              <a:rPr b="0" i="0" lang="en-US" sz="1300" u="none" cap="none" strike="noStrike">
                <a:solidFill>
                  <a:srgbClr val="C5D6D6"/>
                </a:solidFill>
                <a:latin typeface="DM Sans"/>
                <a:ea typeface="DM Sans"/>
                <a:cs typeface="DM Sans"/>
                <a:sym typeface="DM Sans"/>
              </a:rPr>
              <a:t>Keeping all members updated on every change.</a:t>
            </a:r>
            <a:endParaRPr b="0" i="0" sz="1300" u="none" cap="none" strike="noStrike">
              <a:solidFill>
                <a:schemeClr val="lt1"/>
              </a:solidFill>
              <a:latin typeface="DM Sans"/>
              <a:ea typeface="DM Sans"/>
              <a:cs typeface="DM Sans"/>
              <a:sym typeface="DM Sans"/>
            </a:endParaRPr>
          </a:p>
        </p:txBody>
      </p:sp>
      <p:sp>
        <p:nvSpPr>
          <p:cNvPr id="524" name="Google Shape;524;p19"/>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529" name="Shape 529"/>
        <p:cNvGrpSpPr/>
        <p:nvPr/>
      </p:nvGrpSpPr>
      <p:grpSpPr>
        <a:xfrm>
          <a:off x="0" y="0"/>
          <a:ext cx="0" cy="0"/>
          <a:chOff x="0" y="0"/>
          <a:chExt cx="0" cy="0"/>
        </a:xfrm>
      </p:grpSpPr>
      <p:sp>
        <p:nvSpPr>
          <p:cNvPr id="530" name="Google Shape;530;p20"/>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0"/>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0"/>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0"/>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535" name="Google Shape;535;p20"/>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536" name="Google Shape;536;p20"/>
          <p:cNvSpPr/>
          <p:nvPr/>
        </p:nvSpPr>
        <p:spPr>
          <a:xfrm>
            <a:off x="10375900" y="215900"/>
            <a:ext cx="990600" cy="990600"/>
          </a:xfrm>
          <a:prstGeom prst="ellipse">
            <a:avLst/>
          </a:prstGeom>
          <a:noFill/>
          <a:ln cap="flat" cmpd="sng" w="25400">
            <a:solidFill>
              <a:srgbClr val="F2A9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0"/>
          <p:cNvSpPr/>
          <p:nvPr/>
        </p:nvSpPr>
        <p:spPr>
          <a:xfrm>
            <a:off x="812800" y="952500"/>
            <a:ext cx="50800" cy="446980"/>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0"/>
          <p:cNvSpPr txBox="1"/>
          <p:nvPr>
            <p:ph type="title"/>
          </p:nvPr>
        </p:nvSpPr>
        <p:spPr>
          <a:xfrm>
            <a:off x="1041400" y="952500"/>
            <a:ext cx="3138845" cy="4723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F6F5"/>
              </a:buClr>
              <a:buSzPts val="3200"/>
              <a:buFont typeface="Montserrat"/>
              <a:buNone/>
            </a:pPr>
            <a:r>
              <a:rPr b="1" i="0" lang="en-US" sz="3200">
                <a:solidFill>
                  <a:srgbClr val="F2F6F5"/>
                </a:solidFill>
                <a:latin typeface="Montserrat"/>
                <a:ea typeface="Montserrat"/>
                <a:cs typeface="Montserrat"/>
                <a:sym typeface="Montserrat"/>
              </a:rPr>
              <a:t>NEXT STEPS</a:t>
            </a:r>
            <a:endParaRPr sz="3200"/>
          </a:p>
        </p:txBody>
      </p:sp>
      <p:sp>
        <p:nvSpPr>
          <p:cNvPr id="539" name="Google Shape;539;p20"/>
          <p:cNvSpPr/>
          <p:nvPr/>
        </p:nvSpPr>
        <p:spPr>
          <a:xfrm>
            <a:off x="815975" y="1656655"/>
            <a:ext cx="10560050" cy="945555"/>
          </a:xfrm>
          <a:prstGeom prst="roundRect">
            <a:avLst>
              <a:gd fmla="val 10409"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540" name="Google Shape;540;p20"/>
          <p:cNvPicPr preferRelativeResize="0"/>
          <p:nvPr/>
        </p:nvPicPr>
        <p:blipFill rotWithShape="1">
          <a:blip r:embed="rId4">
            <a:alphaModFix/>
          </a:blip>
          <a:srcRect b="0" l="0" r="0" t="0"/>
          <a:stretch/>
        </p:blipFill>
        <p:spPr>
          <a:xfrm>
            <a:off x="1073150" y="1926233"/>
            <a:ext cx="406400" cy="406400"/>
          </a:xfrm>
          <a:prstGeom prst="rect">
            <a:avLst/>
          </a:prstGeom>
          <a:noFill/>
          <a:ln>
            <a:noFill/>
          </a:ln>
        </p:spPr>
      </p:pic>
      <p:sp>
        <p:nvSpPr>
          <p:cNvPr id="541" name="Google Shape;541;p20"/>
          <p:cNvSpPr/>
          <p:nvPr/>
        </p:nvSpPr>
        <p:spPr>
          <a:xfrm>
            <a:off x="1682750" y="1972568"/>
            <a:ext cx="4794250" cy="33903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900"/>
              <a:buFont typeface="DM Sans"/>
              <a:buNone/>
            </a:pPr>
            <a:r>
              <a:rPr b="0" i="0" lang="en-US" sz="1900" u="none" cap="none" strike="noStrike">
                <a:solidFill>
                  <a:srgbClr val="F2F6F5"/>
                </a:solidFill>
                <a:latin typeface="DM Sans"/>
                <a:ea typeface="DM Sans"/>
                <a:cs typeface="DM Sans"/>
                <a:sym typeface="DM Sans"/>
              </a:rPr>
              <a:t>Finish writing the code for the functions</a:t>
            </a:r>
            <a:endParaRPr b="0" i="0" sz="1900" u="none" cap="none" strike="noStrike">
              <a:solidFill>
                <a:schemeClr val="lt1"/>
              </a:solidFill>
              <a:latin typeface="DM Sans"/>
              <a:ea typeface="DM Sans"/>
              <a:cs typeface="DM Sans"/>
              <a:sym typeface="DM Sans"/>
            </a:endParaRPr>
          </a:p>
        </p:txBody>
      </p:sp>
      <p:sp>
        <p:nvSpPr>
          <p:cNvPr id="542" name="Google Shape;542;p20"/>
          <p:cNvSpPr/>
          <p:nvPr/>
        </p:nvSpPr>
        <p:spPr>
          <a:xfrm>
            <a:off x="815975" y="2735560"/>
            <a:ext cx="10560050" cy="945555"/>
          </a:xfrm>
          <a:prstGeom prst="roundRect">
            <a:avLst>
              <a:gd fmla="val 10409"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543" name="Google Shape;543;p20"/>
          <p:cNvPicPr preferRelativeResize="0"/>
          <p:nvPr/>
        </p:nvPicPr>
        <p:blipFill rotWithShape="1">
          <a:blip r:embed="rId4">
            <a:alphaModFix/>
          </a:blip>
          <a:srcRect b="0" l="0" r="0" t="0"/>
          <a:stretch/>
        </p:blipFill>
        <p:spPr>
          <a:xfrm>
            <a:off x="1073150" y="3005138"/>
            <a:ext cx="406400" cy="406400"/>
          </a:xfrm>
          <a:prstGeom prst="rect">
            <a:avLst/>
          </a:prstGeom>
          <a:noFill/>
          <a:ln>
            <a:noFill/>
          </a:ln>
        </p:spPr>
      </p:pic>
      <p:sp>
        <p:nvSpPr>
          <p:cNvPr id="544" name="Google Shape;544;p20"/>
          <p:cNvSpPr/>
          <p:nvPr/>
        </p:nvSpPr>
        <p:spPr>
          <a:xfrm>
            <a:off x="1682750" y="3051473"/>
            <a:ext cx="3608308" cy="33903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900"/>
              <a:buFont typeface="DM Sans"/>
              <a:buNone/>
            </a:pPr>
            <a:r>
              <a:rPr b="0" i="0" lang="en-US" sz="1900" u="none" cap="none" strike="noStrike">
                <a:solidFill>
                  <a:srgbClr val="F2F6F5"/>
                </a:solidFill>
                <a:latin typeface="DM Sans"/>
                <a:ea typeface="DM Sans"/>
                <a:cs typeface="DM Sans"/>
                <a:sym typeface="DM Sans"/>
              </a:rPr>
              <a:t>Call the functions in main()</a:t>
            </a:r>
            <a:endParaRPr b="0" i="0" sz="1900" u="none" cap="none" strike="noStrike">
              <a:solidFill>
                <a:schemeClr val="lt1"/>
              </a:solidFill>
              <a:latin typeface="DM Sans"/>
              <a:ea typeface="DM Sans"/>
              <a:cs typeface="DM Sans"/>
              <a:sym typeface="DM Sans"/>
            </a:endParaRPr>
          </a:p>
        </p:txBody>
      </p:sp>
      <p:sp>
        <p:nvSpPr>
          <p:cNvPr id="545" name="Google Shape;545;p20"/>
          <p:cNvSpPr/>
          <p:nvPr/>
        </p:nvSpPr>
        <p:spPr>
          <a:xfrm>
            <a:off x="815975" y="3814465"/>
            <a:ext cx="10560050" cy="945555"/>
          </a:xfrm>
          <a:prstGeom prst="roundRect">
            <a:avLst>
              <a:gd fmla="val 10409"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546" name="Google Shape;546;p20"/>
          <p:cNvPicPr preferRelativeResize="0"/>
          <p:nvPr/>
        </p:nvPicPr>
        <p:blipFill rotWithShape="1">
          <a:blip r:embed="rId4">
            <a:alphaModFix/>
          </a:blip>
          <a:srcRect b="0" l="0" r="0" t="0"/>
          <a:stretch/>
        </p:blipFill>
        <p:spPr>
          <a:xfrm>
            <a:off x="1073150" y="4084042"/>
            <a:ext cx="406400" cy="406400"/>
          </a:xfrm>
          <a:prstGeom prst="rect">
            <a:avLst/>
          </a:prstGeom>
          <a:noFill/>
          <a:ln>
            <a:noFill/>
          </a:ln>
        </p:spPr>
      </p:pic>
      <p:sp>
        <p:nvSpPr>
          <p:cNvPr id="547" name="Google Shape;547;p20"/>
          <p:cNvSpPr/>
          <p:nvPr/>
        </p:nvSpPr>
        <p:spPr>
          <a:xfrm>
            <a:off x="1682750" y="4130377"/>
            <a:ext cx="3014424" cy="33903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900"/>
              <a:buFont typeface="DM Sans"/>
              <a:buNone/>
            </a:pPr>
            <a:r>
              <a:rPr b="0" i="0" lang="en-US" sz="1900" u="none" cap="none" strike="noStrike">
                <a:solidFill>
                  <a:srgbClr val="F2F6F5"/>
                </a:solidFill>
                <a:latin typeface="DM Sans"/>
                <a:ea typeface="DM Sans"/>
                <a:cs typeface="DM Sans"/>
                <a:sym typeface="DM Sans"/>
              </a:rPr>
              <a:t>Debugging and testing</a:t>
            </a:r>
            <a:endParaRPr b="0" i="0" sz="1900" u="none" cap="none" strike="noStrike">
              <a:solidFill>
                <a:schemeClr val="lt1"/>
              </a:solidFill>
              <a:latin typeface="DM Sans"/>
              <a:ea typeface="DM Sans"/>
              <a:cs typeface="DM Sans"/>
              <a:sym typeface="DM Sans"/>
            </a:endParaRPr>
          </a:p>
        </p:txBody>
      </p:sp>
      <p:sp>
        <p:nvSpPr>
          <p:cNvPr id="548" name="Google Shape;548;p20"/>
          <p:cNvSpPr/>
          <p:nvPr/>
        </p:nvSpPr>
        <p:spPr>
          <a:xfrm>
            <a:off x="815975" y="4893370"/>
            <a:ext cx="10560050" cy="945555"/>
          </a:xfrm>
          <a:prstGeom prst="roundRect">
            <a:avLst>
              <a:gd fmla="val 10409" name="adj"/>
            </a:avLst>
          </a:prstGeom>
          <a:solidFill>
            <a:srgbClr val="0F4A54"/>
          </a:solidFill>
          <a:ln cap="flat" cmpd="sng" w="9525">
            <a:solidFill>
              <a:srgbClr val="1E6A77"/>
            </a:solidFill>
            <a:prstDash val="solid"/>
            <a:round/>
            <a:headEnd len="sm" w="sm" type="none"/>
            <a:tailEnd len="sm" w="sm" type="none"/>
          </a:ln>
          <a:effectLst>
            <a:outerShdw blurRad="177800" rotWithShape="0" algn="bl" dir="5400000" dist="635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549" name="Google Shape;549;p20"/>
          <p:cNvPicPr preferRelativeResize="0"/>
          <p:nvPr/>
        </p:nvPicPr>
        <p:blipFill rotWithShape="1">
          <a:blip r:embed="rId4">
            <a:alphaModFix/>
          </a:blip>
          <a:srcRect b="0" l="0" r="0" t="0"/>
          <a:stretch/>
        </p:blipFill>
        <p:spPr>
          <a:xfrm>
            <a:off x="1073150" y="5162947"/>
            <a:ext cx="406400" cy="406400"/>
          </a:xfrm>
          <a:prstGeom prst="rect">
            <a:avLst/>
          </a:prstGeom>
          <a:noFill/>
          <a:ln>
            <a:noFill/>
          </a:ln>
        </p:spPr>
      </p:pic>
      <p:sp>
        <p:nvSpPr>
          <p:cNvPr id="550" name="Google Shape;550;p20"/>
          <p:cNvSpPr/>
          <p:nvPr/>
        </p:nvSpPr>
        <p:spPr>
          <a:xfrm>
            <a:off x="1682750" y="5209282"/>
            <a:ext cx="3076099" cy="33903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2F6F5"/>
              </a:buClr>
              <a:buSzPts val="1900"/>
              <a:buFont typeface="DM Sans"/>
              <a:buNone/>
            </a:pPr>
            <a:r>
              <a:rPr b="0" i="0" lang="en-US" sz="1900" u="none" cap="none" strike="noStrike">
                <a:solidFill>
                  <a:srgbClr val="F2F6F5"/>
                </a:solidFill>
                <a:latin typeface="DM Sans"/>
                <a:ea typeface="DM Sans"/>
                <a:cs typeface="DM Sans"/>
                <a:sym typeface="DM Sans"/>
              </a:rPr>
              <a:t>Finish the final product</a:t>
            </a:r>
            <a:endParaRPr b="0" i="0" sz="1900" u="none" cap="none" strike="noStrike">
              <a:solidFill>
                <a:schemeClr val="lt1"/>
              </a:solidFill>
              <a:latin typeface="DM Sans"/>
              <a:ea typeface="DM Sans"/>
              <a:cs typeface="DM Sans"/>
              <a:sym typeface="DM Sans"/>
            </a:endParaRPr>
          </a:p>
        </p:txBody>
      </p:sp>
      <p:sp>
        <p:nvSpPr>
          <p:cNvPr id="551" name="Google Shape;551;p20"/>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 Juthi · Barsha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02A"/>
        </a:solidFill>
      </p:bgPr>
    </p:bg>
    <p:spTree>
      <p:nvGrpSpPr>
        <p:cNvPr id="556" name="Shape 556"/>
        <p:cNvGrpSpPr/>
        <p:nvPr/>
      </p:nvGrpSpPr>
      <p:grpSpPr>
        <a:xfrm>
          <a:off x="0" y="0"/>
          <a:ext cx="0" cy="0"/>
          <a:chOff x="0" y="0"/>
          <a:chExt cx="0" cy="0"/>
        </a:xfrm>
      </p:grpSpPr>
      <p:sp>
        <p:nvSpPr>
          <p:cNvPr id="557" name="Google Shape;557;p21"/>
          <p:cNvSpPr/>
          <p:nvPr/>
        </p:nvSpPr>
        <p:spPr>
          <a:xfrm>
            <a:off x="0" y="0"/>
            <a:ext cx="12192000" cy="6858000"/>
          </a:xfrm>
          <a:prstGeom prst="rect">
            <a:avLst/>
          </a:prstGeom>
          <a:gradFill>
            <a:gsLst>
              <a:gs pos="0">
                <a:srgbClr val="06202A"/>
              </a:gs>
              <a:gs pos="100000">
                <a:srgbClr val="0B3B43"/>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1"/>
          <p:cNvSpPr/>
          <p:nvPr/>
        </p:nvSpPr>
        <p:spPr>
          <a:xfrm>
            <a:off x="6477000" y="1143000"/>
            <a:ext cx="5715000" cy="5715000"/>
          </a:xfrm>
          <a:prstGeom prst="rect">
            <a:avLst/>
          </a:prstGeom>
          <a:gradFill>
            <a:gsLst>
              <a:gs pos="0">
                <a:srgbClr val="35B6E8">
                  <a:alpha val="21961"/>
                </a:srgbClr>
              </a:gs>
              <a:gs pos="65000">
                <a:srgbClr val="35B6E8">
                  <a:alpha val="0"/>
                </a:srgbClr>
              </a:gs>
              <a:gs pos="100000">
                <a:srgbClr val="35B6E8">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1"/>
          <p:cNvSpPr/>
          <p:nvPr/>
        </p:nvSpPr>
        <p:spPr>
          <a:xfrm>
            <a:off x="0" y="0"/>
            <a:ext cx="12192000" cy="50800"/>
          </a:xfrm>
          <a:prstGeom prst="rect">
            <a:avLst/>
          </a:prstGeom>
          <a:gradFill>
            <a:gsLst>
              <a:gs pos="0">
                <a:srgbClr val="F2A93B"/>
              </a:gs>
              <a:gs pos="100000">
                <a:srgbClr val="35B6E8"/>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1"/>
          <p:cNvSpPr/>
          <p:nvPr/>
        </p:nvSpPr>
        <p:spPr>
          <a:xfrm>
            <a:off x="812800" y="6096000"/>
            <a:ext cx="10566400" cy="12700"/>
          </a:xfrm>
          <a:prstGeom prst="rect">
            <a:avLst/>
          </a:prstGeom>
          <a:solidFill>
            <a:srgbClr val="1E6A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a:off x="812800" y="330200"/>
            <a:ext cx="45783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93B"/>
              </a:buClr>
              <a:buSzPts val="1200"/>
              <a:buFont typeface="DM Sans"/>
              <a:buNone/>
            </a:pPr>
            <a:r>
              <a:rPr b="1" i="0" lang="en-US" sz="1200" u="none" cap="none" strike="noStrike">
                <a:solidFill>
                  <a:srgbClr val="F2A93B"/>
                </a:solidFill>
                <a:latin typeface="DM Sans"/>
                <a:ea typeface="DM Sans"/>
                <a:cs typeface="DM Sans"/>
                <a:sym typeface="DM Sans"/>
              </a:rPr>
              <a:t>CSE115.4 · GROUP </a:t>
            </a:r>
            <a:r>
              <a:rPr b="1" lang="en-US" sz="1200">
                <a:solidFill>
                  <a:srgbClr val="F2A93B"/>
                </a:solidFill>
                <a:latin typeface="DM Sans"/>
                <a:ea typeface="DM Sans"/>
                <a:cs typeface="DM Sans"/>
                <a:sym typeface="DM Sans"/>
              </a:rPr>
              <a:t>7</a:t>
            </a:r>
            <a:endParaRPr b="0" i="0" sz="1200" u="none" cap="none" strike="noStrike">
              <a:solidFill>
                <a:schemeClr val="lt1"/>
              </a:solidFill>
              <a:latin typeface="DM Sans"/>
              <a:ea typeface="DM Sans"/>
              <a:cs typeface="DM Sans"/>
              <a:sym typeface="DM Sans"/>
            </a:endParaRPr>
          </a:p>
        </p:txBody>
      </p:sp>
      <p:pic>
        <p:nvPicPr>
          <p:cNvPr descr="North South University logo" id="562" name="Google Shape;562;p21"/>
          <p:cNvPicPr preferRelativeResize="0"/>
          <p:nvPr/>
        </p:nvPicPr>
        <p:blipFill rotWithShape="1">
          <a:blip r:embed="rId3">
            <a:alphaModFix/>
          </a:blip>
          <a:srcRect b="0" l="12600" r="12600" t="0"/>
          <a:stretch/>
        </p:blipFill>
        <p:spPr>
          <a:xfrm>
            <a:off x="10388600" y="228600"/>
            <a:ext cx="965200" cy="965200"/>
          </a:xfrm>
          <a:prstGeom prst="ellipse">
            <a:avLst/>
          </a:prstGeom>
          <a:noFill/>
          <a:ln>
            <a:noFill/>
          </a:ln>
        </p:spPr>
      </p:pic>
      <p:sp>
        <p:nvSpPr>
          <p:cNvPr id="563" name="Google Shape;563;p21"/>
          <p:cNvSpPr/>
          <p:nvPr/>
        </p:nvSpPr>
        <p:spPr>
          <a:xfrm>
            <a:off x="812800" y="2739430"/>
            <a:ext cx="63500" cy="1315641"/>
          </a:xfrm>
          <a:prstGeom prst="rect">
            <a:avLst/>
          </a:prstGeom>
          <a:gradFill>
            <a:gsLst>
              <a:gs pos="0">
                <a:srgbClr val="F2A93B"/>
              </a:gs>
              <a:gs pos="100000">
                <a:srgbClr val="35B6E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1"/>
          <p:cNvSpPr txBox="1"/>
          <p:nvPr>
            <p:ph type="title"/>
          </p:nvPr>
        </p:nvSpPr>
        <p:spPr>
          <a:xfrm>
            <a:off x="1079500" y="2739430"/>
            <a:ext cx="5397500" cy="8255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2F6F5"/>
              </a:buClr>
              <a:buSzPts val="6000"/>
              <a:buFont typeface="Montserrat"/>
              <a:buNone/>
            </a:pPr>
            <a:r>
              <a:rPr b="1" i="0" lang="en-US" sz="6000">
                <a:solidFill>
                  <a:srgbClr val="F2F6F5"/>
                </a:solidFill>
                <a:latin typeface="Montserrat"/>
                <a:ea typeface="Montserrat"/>
                <a:cs typeface="Montserrat"/>
                <a:sym typeface="Montserrat"/>
              </a:rPr>
              <a:t>THANK YOU</a:t>
            </a:r>
            <a:endParaRPr sz="6000"/>
          </a:p>
        </p:txBody>
      </p:sp>
      <p:pic>
        <p:nvPicPr>
          <p:cNvPr descr="Illustration of a locked diary" id="565" name="Google Shape;565;p21"/>
          <p:cNvPicPr preferRelativeResize="0"/>
          <p:nvPr/>
        </p:nvPicPr>
        <p:blipFill rotWithShape="1">
          <a:blip r:embed="rId4">
            <a:alphaModFix/>
          </a:blip>
          <a:srcRect b="0" l="0" r="0" t="0"/>
          <a:stretch/>
        </p:blipFill>
        <p:spPr>
          <a:xfrm>
            <a:off x="8077200" y="1746250"/>
            <a:ext cx="3302000" cy="3302000"/>
          </a:xfrm>
          <a:prstGeom prst="rect">
            <a:avLst/>
          </a:prstGeom>
          <a:noFill/>
          <a:ln>
            <a:noFill/>
          </a:ln>
        </p:spPr>
      </p:pic>
      <p:sp>
        <p:nvSpPr>
          <p:cNvPr id="566" name="Google Shape;566;p21"/>
          <p:cNvSpPr/>
          <p:nvPr/>
        </p:nvSpPr>
        <p:spPr>
          <a:xfrm>
            <a:off x="812800" y="623828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B3"/>
              </a:buClr>
              <a:buSzPts val="1200"/>
              <a:buFont typeface="DM Sans"/>
              <a:buNone/>
            </a:pPr>
            <a:r>
              <a:rPr b="0" i="0" lang="en-US" sz="1200" u="none" cap="none" strike="noStrike">
                <a:solidFill>
                  <a:srgbClr val="8FB0B3"/>
                </a:solidFill>
                <a:latin typeface="DM Sans"/>
                <a:ea typeface="DM Sans"/>
                <a:cs typeface="DM Sans"/>
                <a:sym typeface="DM Sans"/>
              </a:rPr>
              <a:t>Jannati · Zara ·Juthi · </a:t>
            </a:r>
            <a:r>
              <a:rPr lang="en-US" sz="1200">
                <a:solidFill>
                  <a:srgbClr val="8FB0B3"/>
                </a:solidFill>
                <a:latin typeface="DM Sans"/>
                <a:ea typeface="DM Sans"/>
                <a:cs typeface="DM Sans"/>
                <a:sym typeface="DM Sans"/>
              </a:rPr>
              <a:t>Sanjida</a:t>
            </a:r>
            <a:r>
              <a:rPr b="0" i="0" lang="en-US" sz="1200" u="none" cap="none" strike="noStrike">
                <a:solidFill>
                  <a:srgbClr val="8FB0B3"/>
                </a:solidFill>
                <a:latin typeface="DM Sans"/>
                <a:ea typeface="DM Sans"/>
                <a:cs typeface="DM Sans"/>
                <a:sym typeface="DM Sans"/>
              </a:rPr>
              <a:t> · Elma</a:t>
            </a:r>
            <a:endParaRPr b="0" i="0" sz="1200" u="none" cap="none" strike="noStrike">
              <a:solidFill>
                <a:schemeClr val="lt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ersonal Diary Management System - Project Update">
  <a:themeElements>
    <a:clrScheme name="Personal Diary Management System - Project Update">
      <a:dk1>
        <a:srgbClr val="06202A"/>
      </a:dk1>
      <a:lt1>
        <a:srgbClr val="FAF9F5"/>
      </a:lt1>
      <a:dk2>
        <a:srgbClr val="1E363E"/>
      </a:dk2>
      <a:lt2>
        <a:srgbClr val="BDC3C2"/>
      </a:lt2>
      <a:accent1>
        <a:srgbClr val="F2A93B"/>
      </a:accent1>
      <a:accent2>
        <a:srgbClr val="35B6E8"/>
      </a:accent2>
      <a:accent3>
        <a:srgbClr val="0F4A54"/>
      </a:accent3>
      <a:accent4>
        <a:srgbClr val="0B3B43"/>
      </a:accent4>
      <a:accent5>
        <a:srgbClr val="1E6A77"/>
      </a:accent5>
      <a:accent6>
        <a:srgbClr val="5EE0B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